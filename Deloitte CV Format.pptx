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media/image2.wmf" ContentType="image/x-wmf"/>
  <Override PartName="/ppt/media/image5.wmf" ContentType="image/x-wmf"/>
  <Override PartName="/ppt/media/image3.wmf" ContentType="image/x-wmf"/>
  <Override PartName="/ppt/media/image4.wmf" ContentType="image/x-wmf"/>
  <Override PartName="/ppt/embeddings/oleObject2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18.bin" ContentType="application/vnd.openxmlformats-officedocument.oleObject"/>
  <Override PartName="/ppt/embeddings/oleObject1.bin" ContentType="application/vnd.openxmlformats-officedocument.oleObject"/>
  <Override PartName="/ppt/embeddings/oleObject33.bin" ContentType="application/vnd.openxmlformats-officedocument.oleObject"/>
  <Override PartName="/ppt/embeddings/oleObject3.bin" ContentType="application/vnd.openxmlformats-officedocument.oleObject"/>
  <Override PartName="/ppt/embeddings/oleObject34.bin" ContentType="application/vnd.openxmlformats-officedocument.oleObject"/>
  <Override PartName="/ppt/embeddings/oleObject40.bin" ContentType="application/vnd.openxmlformats-officedocument.oleObject"/>
  <Override PartName="/ppt/embeddings/oleObject4.bin" ContentType="application/vnd.openxmlformats-officedocument.oleObject"/>
  <Override PartName="/ppt/embeddings/oleObject35.bin" ContentType="application/vnd.openxmlformats-officedocument.oleObject"/>
  <Override PartName="/ppt/embeddings/oleObject41.bin" ContentType="application/vnd.openxmlformats-officedocument.oleObject"/>
  <Override PartName="/ppt/embeddings/oleObject5.bin" ContentType="application/vnd.openxmlformats-officedocument.oleObject"/>
  <Override PartName="/ppt/embeddings/oleObject36.bin" ContentType="application/vnd.openxmlformats-officedocument.oleObject"/>
  <Override PartName="/ppt/embeddings/oleObject42.bin" ContentType="application/vnd.openxmlformats-officedocument.oleObject"/>
  <Override PartName="/ppt/embeddings/oleObject6.bin" ContentType="application/vnd.openxmlformats-officedocument.oleObject"/>
  <Override PartName="/ppt/embeddings/oleObject37.bin" ContentType="application/vnd.openxmlformats-officedocument.oleObject"/>
  <Override PartName="/ppt/embeddings/oleObject43.bin" ContentType="application/vnd.openxmlformats-officedocument.oleObject"/>
  <Override PartName="/ppt/embeddings/oleObject7.bin" ContentType="application/vnd.openxmlformats-officedocument.oleObject"/>
  <Override PartName="/ppt/embeddings/oleObject38.bin" ContentType="application/vnd.openxmlformats-officedocument.oleObject"/>
  <Override PartName="/ppt/embeddings/oleObject11.bin" ContentType="application/vnd.openxmlformats-officedocument.oleObject"/>
  <Override PartName="/ppt/embeddings/oleObject8.bin" ContentType="application/vnd.openxmlformats-officedocument.oleObject"/>
  <Override PartName="/ppt/embeddings/oleObject39.bin" ContentType="application/vnd.openxmlformats-officedocument.oleObject"/>
  <Override PartName="/ppt/embeddings/oleObject10.bin" ContentType="application/vnd.openxmlformats-officedocument.oleObject"/>
  <Override PartName="/ppt/embeddings/oleObject9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9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0.bin" ContentType="application/vnd.openxmlformats-officedocument.oleObject"/>
  <Override PartName="/ppt/slideLayouts/slideLayout1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20/02/relationships/classificationlabels" Target="docMetadata/LabelInfo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2" r:id="rId3"/>
  </p:sldMasterIdLst>
  <p:sldIdLst>
    <p:sldId id="256" r:id="rId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oleObject" Target="../embeddings/oleObject1.bin"/><Relationship Id="rId4" Type="http://schemas.openxmlformats.org/officeDocument/2006/relationships/image" Target="../media/image2.wmf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15.bin"/><Relationship Id="rId3" Type="http://schemas.openxmlformats.org/officeDocument/2006/relationships/image" Target="../media/image2.wmf"/><Relationship Id="rId4" Type="http://schemas.openxmlformats.org/officeDocument/2006/relationships/oleObject" Target="../embeddings/oleObject16.bin"/><Relationship Id="rId5" Type="http://schemas.openxmlformats.org/officeDocument/2006/relationships/image" Target="../media/image4.wmf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oleObject" Target="../embeddings/oleObject28.bin"/><Relationship Id="rId4" Type="http://schemas.openxmlformats.org/officeDocument/2006/relationships/image" Target="../media/image2.wmf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2.wmf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2.wmf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4.bin"/><Relationship Id="rId3" Type="http://schemas.openxmlformats.org/officeDocument/2006/relationships/image" Target="../media/image2.wmf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wmf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6.bin"/><Relationship Id="rId3" Type="http://schemas.openxmlformats.org/officeDocument/2006/relationships/image" Target="../media/image2.wmf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7.bin"/><Relationship Id="rId3" Type="http://schemas.openxmlformats.org/officeDocument/2006/relationships/image" Target="../media/image2.wmf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8.bin"/><Relationship Id="rId3" Type="http://schemas.openxmlformats.org/officeDocument/2006/relationships/image" Target="../media/image2.wmf"/><Relationship Id="rId4" Type="http://schemas.openxmlformats.org/officeDocument/2006/relationships/oleObject" Target="../embeddings/oleObject9.bin"/><Relationship Id="rId5" Type="http://schemas.openxmlformats.org/officeDocument/2006/relationships/image" Target="../media/image3.wmf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10.bin"/><Relationship Id="rId3" Type="http://schemas.openxmlformats.org/officeDocument/2006/relationships/image" Target="../media/image2.wmf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11.bin"/><Relationship Id="rId3" Type="http://schemas.openxmlformats.org/officeDocument/2006/relationships/image" Target="../media/image2.wmf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12.bin"/><Relationship Id="rId3" Type="http://schemas.openxmlformats.org/officeDocument/2006/relationships/image" Target="../media/image2.wmf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13.bin"/><Relationship Id="rId3" Type="http://schemas.openxmlformats.org/officeDocument/2006/relationships/image" Target="../media/image2.wmf"/><Relationship Id="rId4" Type="http://schemas.openxmlformats.org/officeDocument/2006/relationships/oleObject" Target="../embeddings/oleObject14.bin"/><Relationship Id="rId5" Type="http://schemas.openxmlformats.org/officeDocument/2006/relationships/image" Target="../media/image3.wmf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17.bin"/><Relationship Id="rId3" Type="http://schemas.openxmlformats.org/officeDocument/2006/relationships/image" Target="../media/image2.wmf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18.bin"/><Relationship Id="rId3" Type="http://schemas.openxmlformats.org/officeDocument/2006/relationships/image" Target="../media/image2.wmf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19.bin"/><Relationship Id="rId3" Type="http://schemas.openxmlformats.org/officeDocument/2006/relationships/image" Target="../media/image2.wmf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20.bin"/><Relationship Id="rId3" Type="http://schemas.openxmlformats.org/officeDocument/2006/relationships/image" Target="../media/image2.wmf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21.bin"/><Relationship Id="rId3" Type="http://schemas.openxmlformats.org/officeDocument/2006/relationships/image" Target="../media/image2.wmf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22.bin"/><Relationship Id="rId3" Type="http://schemas.openxmlformats.org/officeDocument/2006/relationships/image" Target="../media/image2.wmf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23.bin"/><Relationship Id="rId3" Type="http://schemas.openxmlformats.org/officeDocument/2006/relationships/image" Target="../media/image2.wmf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24.bin"/><Relationship Id="rId3" Type="http://schemas.openxmlformats.org/officeDocument/2006/relationships/image" Target="../media/image2.wmf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25.bin"/><Relationship Id="rId3" Type="http://schemas.openxmlformats.org/officeDocument/2006/relationships/image" Target="../media/image2.wmf"/><Relationship Id="rId4" Type="http://schemas.openxmlformats.org/officeDocument/2006/relationships/oleObject" Target="../embeddings/oleObject26.bin"/><Relationship Id="rId5" Type="http://schemas.openxmlformats.org/officeDocument/2006/relationships/image" Target="../media/image5.wmf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27.bin"/><Relationship Id="rId3" Type="http://schemas.openxmlformats.org/officeDocument/2006/relationships/image" Target="../media/image2.wmf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29.bin"/><Relationship Id="rId3" Type="http://schemas.openxmlformats.org/officeDocument/2006/relationships/image" Target="../media/image2.wmf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30.bin"/><Relationship Id="rId3" Type="http://schemas.openxmlformats.org/officeDocument/2006/relationships/image" Target="../media/image2.wmf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31.bin"/><Relationship Id="rId3" Type="http://schemas.openxmlformats.org/officeDocument/2006/relationships/image" Target="../media/image2.wmf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32.bin"/><Relationship Id="rId3" Type="http://schemas.openxmlformats.org/officeDocument/2006/relationships/image" Target="../media/image2.wmf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33.bin"/><Relationship Id="rId3" Type="http://schemas.openxmlformats.org/officeDocument/2006/relationships/image" Target="../media/image2.wmf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34.bin"/><Relationship Id="rId3" Type="http://schemas.openxmlformats.org/officeDocument/2006/relationships/image" Target="../media/image2.wmf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35.bin"/><Relationship Id="rId3" Type="http://schemas.openxmlformats.org/officeDocument/2006/relationships/image" Target="../media/image2.wmf"/><Relationship Id="rId4" Type="http://schemas.openxmlformats.org/officeDocument/2006/relationships/oleObject" Target="../embeddings/oleObject36.bin"/><Relationship Id="rId5" Type="http://schemas.openxmlformats.org/officeDocument/2006/relationships/image" Target="../media/image3.wmf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37.bin"/><Relationship Id="rId3" Type="http://schemas.openxmlformats.org/officeDocument/2006/relationships/image" Target="../media/image2.wmf"/><Relationship Id="rId4" Type="http://schemas.openxmlformats.org/officeDocument/2006/relationships/image" Target="../media/image6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38.bin"/><Relationship Id="rId3" Type="http://schemas.openxmlformats.org/officeDocument/2006/relationships/image" Target="../media/image2.wmf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39.bin"/><Relationship Id="rId3" Type="http://schemas.openxmlformats.org/officeDocument/2006/relationships/image" Target="../media/image2.wmf"/><Relationship Id="rId4" Type="http://schemas.openxmlformats.org/officeDocument/2006/relationships/oleObject" Target="../embeddings/oleObject40.bin"/><Relationship Id="rId5" Type="http://schemas.openxmlformats.org/officeDocument/2006/relationships/image" Target="../media/image3.wmf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41.bin"/><Relationship Id="rId3" Type="http://schemas.openxmlformats.org/officeDocument/2006/relationships/image" Target="../media/image2.wmf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42.bin"/><Relationship Id="rId3" Type="http://schemas.openxmlformats.org/officeDocument/2006/relationships/image" Target="../media/image2.wmf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43.bin"/><Relationship Id="rId3" Type="http://schemas.openxmlformats.org/officeDocument/2006/relationships/image" Target="../media/image2.wmf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- Black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3" spid="">
              <p:embed/>
              <p:pic>
                <p:nvPicPr>
                  <p:cNvPr id="3" name="Object 3" hidden="1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" name="TextBox 10" hidden="1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TextBox 11" hidden="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9B6B18C4-5737-4AD6-A75E-141F2F500994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body"/>
          </p:nvPr>
        </p:nvSpPr>
        <p:spPr>
          <a:xfrm>
            <a:off x="475200" y="6362640"/>
            <a:ext cx="5594040" cy="29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grpSp>
        <p:nvGrpSpPr>
          <p:cNvPr id="7" name="Group 21"/>
          <p:cNvGrpSpPr/>
          <p:nvPr/>
        </p:nvGrpSpPr>
        <p:grpSpPr>
          <a:xfrm>
            <a:off x="469800" y="457920"/>
            <a:ext cx="1997640" cy="374040"/>
            <a:chOff x="469800" y="457920"/>
            <a:chExt cx="1997640" cy="374040"/>
          </a:xfrm>
        </p:grpSpPr>
        <p:sp>
          <p:nvSpPr>
            <p:cNvPr id="8" name="Oval 5"/>
            <p:cNvSpPr/>
            <p:nvPr/>
          </p:nvSpPr>
          <p:spPr>
            <a:xfrm>
              <a:off x="2360520" y="726120"/>
              <a:ext cx="106920" cy="10584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43560" tIns="37440" rIns="43560" bIns="3744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9" name="Freeform 6"/>
            <p:cNvSpPr/>
            <p:nvPr/>
          </p:nvSpPr>
          <p:spPr>
            <a:xfrm>
              <a:off x="469800" y="459720"/>
              <a:ext cx="303840" cy="366480"/>
            </a:xfrm>
            <a:custGeom>
              <a:avLst/>
              <a:gdLst>
                <a:gd name="textAreaLeft" fmla="*/ 0 w 303840"/>
                <a:gd name="textAreaRight" fmla="*/ 304200 w 303840"/>
                <a:gd name="textAreaTop" fmla="*/ 0 h 366480"/>
                <a:gd name="textAreaBottom" fmla="*/ 366840 h 366480"/>
                <a:gd name="GluePoint1X" fmla="*/ 287 w 287"/>
                <a:gd name="GluePoint1Y" fmla="*/ 166 h 347"/>
                <a:gd name="GluePoint2X" fmla="*/ 240 w 287"/>
                <a:gd name="GluePoint2Y" fmla="*/ 300 h 347"/>
                <a:gd name="GluePoint3X" fmla="*/ 109 w 287"/>
                <a:gd name="GluePoint3Y" fmla="*/ 347 h 347"/>
                <a:gd name="GluePoint4X" fmla="*/ 0 w 287"/>
                <a:gd name="GluePoint4Y" fmla="*/ 347 h 347"/>
                <a:gd name="GluePoint5X" fmla="*/ 0 w 287"/>
                <a:gd name="GluePoint5Y" fmla="*/ 0 h 347"/>
                <a:gd name="GluePoint6X" fmla="*/ 117 w 287"/>
                <a:gd name="GluePoint6Y" fmla="*/ 0 h 347"/>
                <a:gd name="GluePoint7X" fmla="*/ 243 w 287"/>
                <a:gd name="GluePoint7Y" fmla="*/ 43 h 347"/>
                <a:gd name="GluePoint8X" fmla="*/ 287 w 287"/>
                <a:gd name="GluePoint8Y" fmla="*/ 166 h 347"/>
                <a:gd name="GluePoint9X" fmla="*/ 192 w 287"/>
                <a:gd name="GluePoint9Y" fmla="*/ 170 h 347"/>
                <a:gd name="GluePoint10X" fmla="*/ 174 w 287"/>
                <a:gd name="GluePoint10Y" fmla="*/ 99 h 347"/>
                <a:gd name="GluePoint11X" fmla="*/ 118 w 287"/>
                <a:gd name="GluePoint11Y" fmla="*/ 76 h 347"/>
                <a:gd name="GluePoint12X" fmla="*/ 91 w 287"/>
                <a:gd name="GluePoint12Y" fmla="*/ 76 h 347"/>
                <a:gd name="GluePoint13X" fmla="*/ 91 w 287"/>
                <a:gd name="GluePoint13Y" fmla="*/ 270 h 347"/>
                <a:gd name="GluePoint14X" fmla="*/ 111 w 287"/>
                <a:gd name="GluePoint14Y" fmla="*/ 270 h 347"/>
                <a:gd name="GluePoint15X" fmla="*/ 173 w 287"/>
                <a:gd name="GluePoint15Y" fmla="*/ 245 h 347"/>
                <a:gd name="GluePoint16X" fmla="*/ 192 w 287"/>
                <a:gd name="GluePoint16Y" fmla="*/ 170 h 34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0" name="Rectangle 7"/>
            <p:cNvSpPr/>
            <p:nvPr/>
          </p:nvSpPr>
          <p:spPr>
            <a:xfrm>
              <a:off x="1093680" y="457920"/>
              <a:ext cx="91080" cy="36828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37080" rIns="3708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1" name="Freeform 8"/>
            <p:cNvSpPr/>
            <p:nvPr/>
          </p:nvSpPr>
          <p:spPr>
            <a:xfrm>
              <a:off x="1222200" y="548640"/>
              <a:ext cx="264600" cy="281520"/>
            </a:xfrm>
            <a:custGeom>
              <a:avLst/>
              <a:gdLst>
                <a:gd name="textAreaLeft" fmla="*/ 0 w 264600"/>
                <a:gd name="textAreaRight" fmla="*/ 264960 w 264600"/>
                <a:gd name="textAreaTop" fmla="*/ 0 h 281520"/>
                <a:gd name="textAreaBottom" fmla="*/ 281880 h 281520"/>
                <a:gd name="GluePoint1X" fmla="*/ 252 w 252"/>
                <a:gd name="GluePoint1Y" fmla="*/ 133 h 267"/>
                <a:gd name="GluePoint2X" fmla="*/ 218 w 252"/>
                <a:gd name="GluePoint2Y" fmla="*/ 232 h 267"/>
                <a:gd name="GluePoint3X" fmla="*/ 125 w 252"/>
                <a:gd name="GluePoint3Y" fmla="*/ 267 h 267"/>
                <a:gd name="GluePoint4X" fmla="*/ 34 w 252"/>
                <a:gd name="GluePoint4Y" fmla="*/ 231 h 267"/>
                <a:gd name="GluePoint5X" fmla="*/ 0 w 252"/>
                <a:gd name="GluePoint5Y" fmla="*/ 133 h 267"/>
                <a:gd name="GluePoint6X" fmla="*/ 33 w 252"/>
                <a:gd name="GluePoint6Y" fmla="*/ 35 h 267"/>
                <a:gd name="GluePoint7X" fmla="*/ 127 w 252"/>
                <a:gd name="GluePoint7Y" fmla="*/ 0 h 267"/>
                <a:gd name="GluePoint8X" fmla="*/ 192 w 252"/>
                <a:gd name="GluePoint8Y" fmla="*/ 16 h 267"/>
                <a:gd name="GluePoint9X" fmla="*/ 236 w 252"/>
                <a:gd name="GluePoint9Y" fmla="*/ 63 h 267"/>
                <a:gd name="GluePoint10X" fmla="*/ 252 w 252"/>
                <a:gd name="GluePoint10Y" fmla="*/ 133 h 267"/>
                <a:gd name="GluePoint11X" fmla="*/ 88 w 252"/>
                <a:gd name="GluePoint11Y" fmla="*/ 133 h 267"/>
                <a:gd name="GluePoint12X" fmla="*/ 97 w 252"/>
                <a:gd name="GluePoint12Y" fmla="*/ 184 h 267"/>
                <a:gd name="GluePoint13X" fmla="*/ 126 w 252"/>
                <a:gd name="GluePoint13Y" fmla="*/ 201 h 267"/>
                <a:gd name="GluePoint14X" fmla="*/ 155 w 252"/>
                <a:gd name="GluePoint14Y" fmla="*/ 184 h 267"/>
                <a:gd name="GluePoint15X" fmla="*/ 163 w 252"/>
                <a:gd name="GluePoint15Y" fmla="*/ 133 h 267"/>
                <a:gd name="GluePoint16X" fmla="*/ 155 w 252"/>
                <a:gd name="GluePoint16Y" fmla="*/ 83 h 267"/>
                <a:gd name="GluePoint17X" fmla="*/ 126 w 252"/>
                <a:gd name="GluePoint17Y" fmla="*/ 66 h 267"/>
                <a:gd name="GluePoint18X" fmla="*/ 97 w 252"/>
                <a:gd name="GluePoint18Y" fmla="*/ 83 h 267"/>
                <a:gd name="GluePoint19X" fmla="*/ 88 w 252"/>
                <a:gd name="GluePoint19Y" fmla="*/ 133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2" name="Rectangle 9"/>
            <p:cNvSpPr/>
            <p:nvPr/>
          </p:nvSpPr>
          <p:spPr>
            <a:xfrm>
              <a:off x="1524600" y="552240"/>
              <a:ext cx="91080" cy="27360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37080" rIns="3708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3" name="Rectangle 10"/>
            <p:cNvSpPr/>
            <p:nvPr/>
          </p:nvSpPr>
          <p:spPr>
            <a:xfrm>
              <a:off x="1524600" y="457920"/>
              <a:ext cx="91080" cy="6156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37080" tIns="30960" rIns="37080" bIns="3096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4" name="Freeform 11"/>
            <p:cNvSpPr/>
            <p:nvPr/>
          </p:nvSpPr>
          <p:spPr>
            <a:xfrm>
              <a:off x="1653120" y="465480"/>
              <a:ext cx="194400" cy="364320"/>
            </a:xfrm>
            <a:custGeom>
              <a:avLst/>
              <a:gdLst>
                <a:gd name="textAreaLeft" fmla="*/ 0 w 194400"/>
                <a:gd name="textAreaRight" fmla="*/ 194760 w 194400"/>
                <a:gd name="textAreaTop" fmla="*/ 0 h 364320"/>
                <a:gd name="textAreaBottom" fmla="*/ 364680 h 364320"/>
                <a:gd name="GluePoint1X" fmla="*/ 142 w 184"/>
                <a:gd name="GluePoint1Y" fmla="*/ 274 h 344"/>
                <a:gd name="GluePoint2X" fmla="*/ 184 w 184"/>
                <a:gd name="GluePoint2Y" fmla="*/ 265 h 344"/>
                <a:gd name="GluePoint3X" fmla="*/ 184 w 184"/>
                <a:gd name="GluePoint3Y" fmla="*/ 330 h 344"/>
                <a:gd name="GluePoint4X" fmla="*/ 150 w 184"/>
                <a:gd name="GluePoint4Y" fmla="*/ 341 h 344"/>
                <a:gd name="GluePoint5X" fmla="*/ 113 w 184"/>
                <a:gd name="GluePoint5Y" fmla="*/ 344 h 344"/>
                <a:gd name="GluePoint6X" fmla="*/ 50 w 184"/>
                <a:gd name="GluePoint6Y" fmla="*/ 322 h 344"/>
                <a:gd name="GluePoint7X" fmla="*/ 30 w 184"/>
                <a:gd name="GluePoint7Y" fmla="*/ 255 h 344"/>
                <a:gd name="GluePoint8X" fmla="*/ 30 w 184"/>
                <a:gd name="GluePoint8Y" fmla="*/ 148 h 344"/>
                <a:gd name="GluePoint9X" fmla="*/ 0 w 184"/>
                <a:gd name="GluePoint9Y" fmla="*/ 148 h 344"/>
                <a:gd name="GluePoint10X" fmla="*/ 0 w 184"/>
                <a:gd name="GluePoint10Y" fmla="*/ 81 h 344"/>
                <a:gd name="GluePoint11X" fmla="*/ 30 w 184"/>
                <a:gd name="GluePoint11Y" fmla="*/ 81 h 344"/>
                <a:gd name="GluePoint12X" fmla="*/ 30 w 184"/>
                <a:gd name="GluePoint12Y" fmla="*/ 16 h 344"/>
                <a:gd name="GluePoint13X" fmla="*/ 118 w 184"/>
                <a:gd name="GluePoint13Y" fmla="*/ 0 h 344"/>
                <a:gd name="GluePoint14X" fmla="*/ 118 w 184"/>
                <a:gd name="GluePoint14Y" fmla="*/ 81 h 344"/>
                <a:gd name="GluePoint15X" fmla="*/ 174 w 184"/>
                <a:gd name="GluePoint15Y" fmla="*/ 81 h 344"/>
                <a:gd name="GluePoint16X" fmla="*/ 174 w 184"/>
                <a:gd name="GluePoint16Y" fmla="*/ 148 h 344"/>
                <a:gd name="GluePoint17X" fmla="*/ 118 w 184"/>
                <a:gd name="GluePoint17Y" fmla="*/ 148 h 344"/>
                <a:gd name="GluePoint18X" fmla="*/ 118 w 184"/>
                <a:gd name="GluePoint18Y" fmla="*/ 249 h 344"/>
                <a:gd name="GluePoint19X" fmla="*/ 142 w 184"/>
                <a:gd name="GluePoint19Y" fmla="*/ 274 h 3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79200" rIns="7920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5" name="Freeform 12"/>
            <p:cNvSpPr/>
            <p:nvPr/>
          </p:nvSpPr>
          <p:spPr>
            <a:xfrm>
              <a:off x="1865520" y="465480"/>
              <a:ext cx="194400" cy="364320"/>
            </a:xfrm>
            <a:custGeom>
              <a:avLst/>
              <a:gdLst>
                <a:gd name="textAreaLeft" fmla="*/ 0 w 194400"/>
                <a:gd name="textAreaRight" fmla="*/ 194760 w 194400"/>
                <a:gd name="textAreaTop" fmla="*/ 0 h 364320"/>
                <a:gd name="textAreaBottom" fmla="*/ 364680 h 364320"/>
                <a:gd name="GluePoint1X" fmla="*/ 142 w 184"/>
                <a:gd name="GluePoint1Y" fmla="*/ 274 h 344"/>
                <a:gd name="GluePoint2X" fmla="*/ 184 w 184"/>
                <a:gd name="GluePoint2Y" fmla="*/ 265 h 344"/>
                <a:gd name="GluePoint3X" fmla="*/ 184 w 184"/>
                <a:gd name="GluePoint3Y" fmla="*/ 330 h 344"/>
                <a:gd name="GluePoint4X" fmla="*/ 151 w 184"/>
                <a:gd name="GluePoint4Y" fmla="*/ 341 h 344"/>
                <a:gd name="GluePoint5X" fmla="*/ 114 w 184"/>
                <a:gd name="GluePoint5Y" fmla="*/ 344 h 344"/>
                <a:gd name="GluePoint6X" fmla="*/ 50 w 184"/>
                <a:gd name="GluePoint6Y" fmla="*/ 322 h 344"/>
                <a:gd name="GluePoint7X" fmla="*/ 31 w 184"/>
                <a:gd name="GluePoint7Y" fmla="*/ 255 h 344"/>
                <a:gd name="GluePoint8X" fmla="*/ 31 w 184"/>
                <a:gd name="GluePoint8Y" fmla="*/ 148 h 344"/>
                <a:gd name="GluePoint9X" fmla="*/ 0 w 184"/>
                <a:gd name="GluePoint9Y" fmla="*/ 148 h 344"/>
                <a:gd name="GluePoint10X" fmla="*/ 0 w 184"/>
                <a:gd name="GluePoint10Y" fmla="*/ 81 h 344"/>
                <a:gd name="GluePoint11X" fmla="*/ 31 w 184"/>
                <a:gd name="GluePoint11Y" fmla="*/ 81 h 344"/>
                <a:gd name="GluePoint12X" fmla="*/ 31 w 184"/>
                <a:gd name="GluePoint12Y" fmla="*/ 15 h 344"/>
                <a:gd name="GluePoint13X" fmla="*/ 119 w 184"/>
                <a:gd name="GluePoint13Y" fmla="*/ 0 h 344"/>
                <a:gd name="GluePoint14X" fmla="*/ 119 w 184"/>
                <a:gd name="GluePoint14Y" fmla="*/ 81 h 344"/>
                <a:gd name="GluePoint15X" fmla="*/ 174 w 184"/>
                <a:gd name="GluePoint15Y" fmla="*/ 81 h 344"/>
                <a:gd name="GluePoint16X" fmla="*/ 174 w 184"/>
                <a:gd name="GluePoint16Y" fmla="*/ 148 h 344"/>
                <a:gd name="GluePoint17X" fmla="*/ 119 w 184"/>
                <a:gd name="GluePoint17Y" fmla="*/ 148 h 344"/>
                <a:gd name="GluePoint18X" fmla="*/ 119 w 184"/>
                <a:gd name="GluePoint18Y" fmla="*/ 249 h 344"/>
                <a:gd name="GluePoint19X" fmla="*/ 142 w 184"/>
                <a:gd name="GluePoint19Y" fmla="*/ 274 h 3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79200" rIns="7920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6" name="Freeform 13"/>
            <p:cNvSpPr/>
            <p:nvPr/>
          </p:nvSpPr>
          <p:spPr>
            <a:xfrm>
              <a:off x="2080080" y="548640"/>
              <a:ext cx="258840" cy="281520"/>
            </a:xfrm>
            <a:custGeom>
              <a:avLst/>
              <a:gdLst>
                <a:gd name="textAreaLeft" fmla="*/ 0 w 258840"/>
                <a:gd name="textAreaRight" fmla="*/ 259200 w 258840"/>
                <a:gd name="textAreaTop" fmla="*/ 0 h 281520"/>
                <a:gd name="textAreaBottom" fmla="*/ 281880 h 281520"/>
                <a:gd name="GluePoint1X" fmla="*/ 213 w 244"/>
                <a:gd name="GluePoint1Y" fmla="*/ 30 h 267"/>
                <a:gd name="GluePoint2X" fmla="*/ 125 w 244"/>
                <a:gd name="GluePoint2Y" fmla="*/ 0 h 267"/>
                <a:gd name="GluePoint3X" fmla="*/ 33 w 244"/>
                <a:gd name="GluePoint3Y" fmla="*/ 35 h 267"/>
                <a:gd name="GluePoint4X" fmla="*/ 0 w 244"/>
                <a:gd name="GluePoint4Y" fmla="*/ 135 h 267"/>
                <a:gd name="GluePoint5X" fmla="*/ 35 w 244"/>
                <a:gd name="GluePoint5Y" fmla="*/ 233 h 267"/>
                <a:gd name="GluePoint6X" fmla="*/ 133 w 244"/>
                <a:gd name="GluePoint6Y" fmla="*/ 267 h 267"/>
                <a:gd name="GluePoint7X" fmla="*/ 185 w 244"/>
                <a:gd name="GluePoint7Y" fmla="*/ 263 h 267"/>
                <a:gd name="GluePoint8X" fmla="*/ 227 w 244"/>
                <a:gd name="GluePoint8Y" fmla="*/ 249 h 267"/>
                <a:gd name="GluePoint9X" fmla="*/ 214 w 244"/>
                <a:gd name="GluePoint9Y" fmla="*/ 190 h 267"/>
                <a:gd name="GluePoint10X" fmla="*/ 186 w 244"/>
                <a:gd name="GluePoint10Y" fmla="*/ 200 h 267"/>
                <a:gd name="GluePoint11X" fmla="*/ 144 w 244"/>
                <a:gd name="GluePoint11Y" fmla="*/ 204 h 267"/>
                <a:gd name="GluePoint12X" fmla="*/ 104 w 244"/>
                <a:gd name="GluePoint12Y" fmla="*/ 192 h 267"/>
                <a:gd name="GluePoint13X" fmla="*/ 88 w 244"/>
                <a:gd name="GluePoint13Y" fmla="*/ 158 h 267"/>
                <a:gd name="GluePoint14X" fmla="*/ 244 w 244"/>
                <a:gd name="GluePoint14Y" fmla="*/ 158 h 267"/>
                <a:gd name="GluePoint15X" fmla="*/ 244 w 244"/>
                <a:gd name="GluePoint15Y" fmla="*/ 118 h 267"/>
                <a:gd name="GluePoint16X" fmla="*/ 213 w 244"/>
                <a:gd name="GluePoint16Y" fmla="*/ 30 h 267"/>
                <a:gd name="GluePoint17X" fmla="*/ 90 w 244"/>
                <a:gd name="GluePoint17Y" fmla="*/ 102 h 267"/>
                <a:gd name="GluePoint18X" fmla="*/ 102 w 244"/>
                <a:gd name="GluePoint18Y" fmla="*/ 70 h 267"/>
                <a:gd name="GluePoint19X" fmla="*/ 128 w 244"/>
                <a:gd name="GluePoint19Y" fmla="*/ 61 h 267"/>
                <a:gd name="GluePoint20X" fmla="*/ 155 w 244"/>
                <a:gd name="GluePoint20Y" fmla="*/ 72 h 267"/>
                <a:gd name="GluePoint21X" fmla="*/ 165 w 244"/>
                <a:gd name="GluePoint21Y" fmla="*/ 102 h 267"/>
                <a:gd name="GluePoint22X" fmla="*/ 90 w 244"/>
                <a:gd name="GluePoint22Y" fmla="*/ 102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7" name="Freeform 14"/>
            <p:cNvSpPr/>
            <p:nvPr/>
          </p:nvSpPr>
          <p:spPr>
            <a:xfrm>
              <a:off x="801360" y="548640"/>
              <a:ext cx="257040" cy="281520"/>
            </a:xfrm>
            <a:custGeom>
              <a:avLst/>
              <a:gdLst>
                <a:gd name="textAreaLeft" fmla="*/ 0 w 257040"/>
                <a:gd name="textAreaRight" fmla="*/ 257400 w 257040"/>
                <a:gd name="textAreaTop" fmla="*/ 0 h 281520"/>
                <a:gd name="textAreaBottom" fmla="*/ 281880 h 281520"/>
                <a:gd name="GluePoint1X" fmla="*/ 212 w 243"/>
                <a:gd name="GluePoint1Y" fmla="*/ 30 h 267"/>
                <a:gd name="GluePoint2X" fmla="*/ 124 w 243"/>
                <a:gd name="GluePoint2Y" fmla="*/ 0 h 267"/>
                <a:gd name="GluePoint3X" fmla="*/ 32 w 243"/>
                <a:gd name="GluePoint3Y" fmla="*/ 35 h 267"/>
                <a:gd name="GluePoint4X" fmla="*/ 0 w 243"/>
                <a:gd name="GluePoint4Y" fmla="*/ 135 h 267"/>
                <a:gd name="GluePoint5X" fmla="*/ 35 w 243"/>
                <a:gd name="GluePoint5Y" fmla="*/ 233 h 267"/>
                <a:gd name="GluePoint6X" fmla="*/ 132 w 243"/>
                <a:gd name="GluePoint6Y" fmla="*/ 267 h 267"/>
                <a:gd name="GluePoint7X" fmla="*/ 184 w 243"/>
                <a:gd name="GluePoint7Y" fmla="*/ 263 h 267"/>
                <a:gd name="GluePoint8X" fmla="*/ 227 w 243"/>
                <a:gd name="GluePoint8Y" fmla="*/ 249 h 267"/>
                <a:gd name="GluePoint9X" fmla="*/ 213 w 243"/>
                <a:gd name="GluePoint9Y" fmla="*/ 190 h 267"/>
                <a:gd name="GluePoint10X" fmla="*/ 185 w 243"/>
                <a:gd name="GluePoint10Y" fmla="*/ 200 h 267"/>
                <a:gd name="GluePoint11X" fmla="*/ 143 w 243"/>
                <a:gd name="GluePoint11Y" fmla="*/ 204 h 267"/>
                <a:gd name="GluePoint12X" fmla="*/ 103 w 243"/>
                <a:gd name="GluePoint12Y" fmla="*/ 192 h 267"/>
                <a:gd name="GluePoint13X" fmla="*/ 88 w 243"/>
                <a:gd name="GluePoint13Y" fmla="*/ 158 h 267"/>
                <a:gd name="GluePoint14X" fmla="*/ 243 w 243"/>
                <a:gd name="GluePoint14Y" fmla="*/ 158 h 267"/>
                <a:gd name="GluePoint15X" fmla="*/ 243 w 243"/>
                <a:gd name="GluePoint15Y" fmla="*/ 118 h 267"/>
                <a:gd name="GluePoint16X" fmla="*/ 212 w 243"/>
                <a:gd name="GluePoint16Y" fmla="*/ 30 h 267"/>
                <a:gd name="GluePoint17X" fmla="*/ 89 w 243"/>
                <a:gd name="GluePoint17Y" fmla="*/ 102 h 267"/>
                <a:gd name="GluePoint18X" fmla="*/ 102 w 243"/>
                <a:gd name="GluePoint18Y" fmla="*/ 70 h 267"/>
                <a:gd name="GluePoint19X" fmla="*/ 127 w 243"/>
                <a:gd name="GluePoint19Y" fmla="*/ 61 h 267"/>
                <a:gd name="GluePoint20X" fmla="*/ 154 w 243"/>
                <a:gd name="GluePoint20Y" fmla="*/ 72 h 267"/>
                <a:gd name="GluePoint21X" fmla="*/ 164 w 243"/>
                <a:gd name="GluePoint21Y" fmla="*/ 102 h 267"/>
                <a:gd name="GluePoint22X" fmla="*/ 89 w 243"/>
                <a:gd name="GluePoint22Y" fmla="*/ 102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</p:grp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393720" y="727560"/>
            <a:ext cx="5399640" cy="539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icon to add picture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- 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05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06" name="TextBox 10" hidden="1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1" hidden="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DAF61D1A-3788-44AD-B200-5317969BD9D1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8" name="Object 3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109" name="Object 3" hidden="1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10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style>
          <a:lnRef idx="0"/>
          <a:fillRef idx="0"/>
          <a:effectRef idx="0"/>
          <a:fontRef idx="minor"/>
        </p:style>
        <p:txBody>
          <a:bodyPr lIns="88920" tIns="88920" rIns="88920" bIns="88920" anchor="ctr">
            <a:noAutofit/>
          </a:bodyPr>
          <a:p>
            <a:endParaRPr lang="en-US" sz="1600" b="1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body"/>
          </p:nvPr>
        </p:nvSpPr>
        <p:spPr>
          <a:xfrm>
            <a:off x="475200" y="6362640"/>
            <a:ext cx="5594040" cy="29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3393720" y="727560"/>
            <a:ext cx="5399640" cy="539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icon to add picture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grpSp>
        <p:nvGrpSpPr>
          <p:cNvPr id="113" name="Group 8"/>
          <p:cNvGrpSpPr/>
          <p:nvPr/>
        </p:nvGrpSpPr>
        <p:grpSpPr>
          <a:xfrm>
            <a:off x="469800" y="457920"/>
            <a:ext cx="1997640" cy="374040"/>
            <a:chOff x="469800" y="457920"/>
            <a:chExt cx="1997640" cy="374040"/>
          </a:xfrm>
        </p:grpSpPr>
        <p:sp>
          <p:nvSpPr>
            <p:cNvPr id="114" name="Oval 5"/>
            <p:cNvSpPr/>
            <p:nvPr/>
          </p:nvSpPr>
          <p:spPr>
            <a:xfrm>
              <a:off x="2360520" y="726120"/>
              <a:ext cx="106920" cy="10584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43560" tIns="37440" rIns="43560" bIns="3744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15" name="Freeform 6"/>
            <p:cNvSpPr/>
            <p:nvPr/>
          </p:nvSpPr>
          <p:spPr>
            <a:xfrm>
              <a:off x="469800" y="459720"/>
              <a:ext cx="303840" cy="366480"/>
            </a:xfrm>
            <a:custGeom>
              <a:avLst/>
              <a:gdLst>
                <a:gd name="textAreaLeft" fmla="*/ 0 w 303840"/>
                <a:gd name="textAreaRight" fmla="*/ 304200 w 303840"/>
                <a:gd name="textAreaTop" fmla="*/ 0 h 366480"/>
                <a:gd name="textAreaBottom" fmla="*/ 366840 h 366480"/>
                <a:gd name="GluePoint1X" fmla="*/ 287 w 287"/>
                <a:gd name="GluePoint1Y" fmla="*/ 166 h 347"/>
                <a:gd name="GluePoint2X" fmla="*/ 240 w 287"/>
                <a:gd name="GluePoint2Y" fmla="*/ 300 h 347"/>
                <a:gd name="GluePoint3X" fmla="*/ 109 w 287"/>
                <a:gd name="GluePoint3Y" fmla="*/ 347 h 347"/>
                <a:gd name="GluePoint4X" fmla="*/ 0 w 287"/>
                <a:gd name="GluePoint4Y" fmla="*/ 347 h 347"/>
                <a:gd name="GluePoint5X" fmla="*/ 0 w 287"/>
                <a:gd name="GluePoint5Y" fmla="*/ 0 h 347"/>
                <a:gd name="GluePoint6X" fmla="*/ 117 w 287"/>
                <a:gd name="GluePoint6Y" fmla="*/ 0 h 347"/>
                <a:gd name="GluePoint7X" fmla="*/ 243 w 287"/>
                <a:gd name="GluePoint7Y" fmla="*/ 43 h 347"/>
                <a:gd name="GluePoint8X" fmla="*/ 287 w 287"/>
                <a:gd name="GluePoint8Y" fmla="*/ 166 h 347"/>
                <a:gd name="GluePoint9X" fmla="*/ 192 w 287"/>
                <a:gd name="GluePoint9Y" fmla="*/ 170 h 347"/>
                <a:gd name="GluePoint10X" fmla="*/ 174 w 287"/>
                <a:gd name="GluePoint10Y" fmla="*/ 99 h 347"/>
                <a:gd name="GluePoint11X" fmla="*/ 118 w 287"/>
                <a:gd name="GluePoint11Y" fmla="*/ 76 h 347"/>
                <a:gd name="GluePoint12X" fmla="*/ 91 w 287"/>
                <a:gd name="GluePoint12Y" fmla="*/ 76 h 347"/>
                <a:gd name="GluePoint13X" fmla="*/ 91 w 287"/>
                <a:gd name="GluePoint13Y" fmla="*/ 270 h 347"/>
                <a:gd name="GluePoint14X" fmla="*/ 111 w 287"/>
                <a:gd name="GluePoint14Y" fmla="*/ 270 h 347"/>
                <a:gd name="GluePoint15X" fmla="*/ 173 w 287"/>
                <a:gd name="GluePoint15Y" fmla="*/ 245 h 347"/>
                <a:gd name="GluePoint16X" fmla="*/ 192 w 287"/>
                <a:gd name="GluePoint16Y" fmla="*/ 170 h 34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16" name="Rectangle 7"/>
            <p:cNvSpPr/>
            <p:nvPr/>
          </p:nvSpPr>
          <p:spPr>
            <a:xfrm>
              <a:off x="1093680" y="457920"/>
              <a:ext cx="91080" cy="36828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37080" rIns="3708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17" name="Freeform 8"/>
            <p:cNvSpPr/>
            <p:nvPr/>
          </p:nvSpPr>
          <p:spPr>
            <a:xfrm>
              <a:off x="1222200" y="548640"/>
              <a:ext cx="264600" cy="281520"/>
            </a:xfrm>
            <a:custGeom>
              <a:avLst/>
              <a:gdLst>
                <a:gd name="textAreaLeft" fmla="*/ 0 w 264600"/>
                <a:gd name="textAreaRight" fmla="*/ 264960 w 264600"/>
                <a:gd name="textAreaTop" fmla="*/ 0 h 281520"/>
                <a:gd name="textAreaBottom" fmla="*/ 281880 h 281520"/>
                <a:gd name="GluePoint1X" fmla="*/ 252 w 252"/>
                <a:gd name="GluePoint1Y" fmla="*/ 133 h 267"/>
                <a:gd name="GluePoint2X" fmla="*/ 218 w 252"/>
                <a:gd name="GluePoint2Y" fmla="*/ 232 h 267"/>
                <a:gd name="GluePoint3X" fmla="*/ 125 w 252"/>
                <a:gd name="GluePoint3Y" fmla="*/ 267 h 267"/>
                <a:gd name="GluePoint4X" fmla="*/ 34 w 252"/>
                <a:gd name="GluePoint4Y" fmla="*/ 231 h 267"/>
                <a:gd name="GluePoint5X" fmla="*/ 0 w 252"/>
                <a:gd name="GluePoint5Y" fmla="*/ 133 h 267"/>
                <a:gd name="GluePoint6X" fmla="*/ 33 w 252"/>
                <a:gd name="GluePoint6Y" fmla="*/ 35 h 267"/>
                <a:gd name="GluePoint7X" fmla="*/ 127 w 252"/>
                <a:gd name="GluePoint7Y" fmla="*/ 0 h 267"/>
                <a:gd name="GluePoint8X" fmla="*/ 192 w 252"/>
                <a:gd name="GluePoint8Y" fmla="*/ 16 h 267"/>
                <a:gd name="GluePoint9X" fmla="*/ 236 w 252"/>
                <a:gd name="GluePoint9Y" fmla="*/ 63 h 267"/>
                <a:gd name="GluePoint10X" fmla="*/ 252 w 252"/>
                <a:gd name="GluePoint10Y" fmla="*/ 133 h 267"/>
                <a:gd name="GluePoint11X" fmla="*/ 88 w 252"/>
                <a:gd name="GluePoint11Y" fmla="*/ 133 h 267"/>
                <a:gd name="GluePoint12X" fmla="*/ 97 w 252"/>
                <a:gd name="GluePoint12Y" fmla="*/ 184 h 267"/>
                <a:gd name="GluePoint13X" fmla="*/ 126 w 252"/>
                <a:gd name="GluePoint13Y" fmla="*/ 201 h 267"/>
                <a:gd name="GluePoint14X" fmla="*/ 155 w 252"/>
                <a:gd name="GluePoint14Y" fmla="*/ 184 h 267"/>
                <a:gd name="GluePoint15X" fmla="*/ 163 w 252"/>
                <a:gd name="GluePoint15Y" fmla="*/ 133 h 267"/>
                <a:gd name="GluePoint16X" fmla="*/ 155 w 252"/>
                <a:gd name="GluePoint16Y" fmla="*/ 83 h 267"/>
                <a:gd name="GluePoint17X" fmla="*/ 126 w 252"/>
                <a:gd name="GluePoint17Y" fmla="*/ 66 h 267"/>
                <a:gd name="GluePoint18X" fmla="*/ 97 w 252"/>
                <a:gd name="GluePoint18Y" fmla="*/ 83 h 267"/>
                <a:gd name="GluePoint19X" fmla="*/ 88 w 252"/>
                <a:gd name="GluePoint19Y" fmla="*/ 133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18" name="Rectangle 9"/>
            <p:cNvSpPr/>
            <p:nvPr/>
          </p:nvSpPr>
          <p:spPr>
            <a:xfrm>
              <a:off x="1524600" y="552240"/>
              <a:ext cx="91080" cy="27360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37080" rIns="3708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19" name="Rectangle 10"/>
            <p:cNvSpPr/>
            <p:nvPr/>
          </p:nvSpPr>
          <p:spPr>
            <a:xfrm>
              <a:off x="1524600" y="457920"/>
              <a:ext cx="91080" cy="6156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37080" tIns="30960" rIns="37080" bIns="3096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20" name="Freeform 11"/>
            <p:cNvSpPr/>
            <p:nvPr/>
          </p:nvSpPr>
          <p:spPr>
            <a:xfrm>
              <a:off x="1653120" y="465480"/>
              <a:ext cx="194400" cy="364320"/>
            </a:xfrm>
            <a:custGeom>
              <a:avLst/>
              <a:gdLst>
                <a:gd name="textAreaLeft" fmla="*/ 0 w 194400"/>
                <a:gd name="textAreaRight" fmla="*/ 194760 w 194400"/>
                <a:gd name="textAreaTop" fmla="*/ 0 h 364320"/>
                <a:gd name="textAreaBottom" fmla="*/ 364680 h 364320"/>
                <a:gd name="GluePoint1X" fmla="*/ 142 w 184"/>
                <a:gd name="GluePoint1Y" fmla="*/ 274 h 344"/>
                <a:gd name="GluePoint2X" fmla="*/ 184 w 184"/>
                <a:gd name="GluePoint2Y" fmla="*/ 265 h 344"/>
                <a:gd name="GluePoint3X" fmla="*/ 184 w 184"/>
                <a:gd name="GluePoint3Y" fmla="*/ 330 h 344"/>
                <a:gd name="GluePoint4X" fmla="*/ 150 w 184"/>
                <a:gd name="GluePoint4Y" fmla="*/ 341 h 344"/>
                <a:gd name="GluePoint5X" fmla="*/ 113 w 184"/>
                <a:gd name="GluePoint5Y" fmla="*/ 344 h 344"/>
                <a:gd name="GluePoint6X" fmla="*/ 50 w 184"/>
                <a:gd name="GluePoint6Y" fmla="*/ 322 h 344"/>
                <a:gd name="GluePoint7X" fmla="*/ 30 w 184"/>
                <a:gd name="GluePoint7Y" fmla="*/ 255 h 344"/>
                <a:gd name="GluePoint8X" fmla="*/ 30 w 184"/>
                <a:gd name="GluePoint8Y" fmla="*/ 148 h 344"/>
                <a:gd name="GluePoint9X" fmla="*/ 0 w 184"/>
                <a:gd name="GluePoint9Y" fmla="*/ 148 h 344"/>
                <a:gd name="GluePoint10X" fmla="*/ 0 w 184"/>
                <a:gd name="GluePoint10Y" fmla="*/ 81 h 344"/>
                <a:gd name="GluePoint11X" fmla="*/ 30 w 184"/>
                <a:gd name="GluePoint11Y" fmla="*/ 81 h 344"/>
                <a:gd name="GluePoint12X" fmla="*/ 30 w 184"/>
                <a:gd name="GluePoint12Y" fmla="*/ 16 h 344"/>
                <a:gd name="GluePoint13X" fmla="*/ 118 w 184"/>
                <a:gd name="GluePoint13Y" fmla="*/ 0 h 344"/>
                <a:gd name="GluePoint14X" fmla="*/ 118 w 184"/>
                <a:gd name="GluePoint14Y" fmla="*/ 81 h 344"/>
                <a:gd name="GluePoint15X" fmla="*/ 174 w 184"/>
                <a:gd name="GluePoint15Y" fmla="*/ 81 h 344"/>
                <a:gd name="GluePoint16X" fmla="*/ 174 w 184"/>
                <a:gd name="GluePoint16Y" fmla="*/ 148 h 344"/>
                <a:gd name="GluePoint17X" fmla="*/ 118 w 184"/>
                <a:gd name="GluePoint17Y" fmla="*/ 148 h 344"/>
                <a:gd name="GluePoint18X" fmla="*/ 118 w 184"/>
                <a:gd name="GluePoint18Y" fmla="*/ 249 h 344"/>
                <a:gd name="GluePoint19X" fmla="*/ 142 w 184"/>
                <a:gd name="GluePoint19Y" fmla="*/ 274 h 3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79200" rIns="7920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21" name="Freeform 12"/>
            <p:cNvSpPr/>
            <p:nvPr/>
          </p:nvSpPr>
          <p:spPr>
            <a:xfrm>
              <a:off x="1865520" y="465480"/>
              <a:ext cx="194400" cy="364320"/>
            </a:xfrm>
            <a:custGeom>
              <a:avLst/>
              <a:gdLst>
                <a:gd name="textAreaLeft" fmla="*/ 0 w 194400"/>
                <a:gd name="textAreaRight" fmla="*/ 194760 w 194400"/>
                <a:gd name="textAreaTop" fmla="*/ 0 h 364320"/>
                <a:gd name="textAreaBottom" fmla="*/ 364680 h 364320"/>
                <a:gd name="GluePoint1X" fmla="*/ 142 w 184"/>
                <a:gd name="GluePoint1Y" fmla="*/ 274 h 344"/>
                <a:gd name="GluePoint2X" fmla="*/ 184 w 184"/>
                <a:gd name="GluePoint2Y" fmla="*/ 265 h 344"/>
                <a:gd name="GluePoint3X" fmla="*/ 184 w 184"/>
                <a:gd name="GluePoint3Y" fmla="*/ 330 h 344"/>
                <a:gd name="GluePoint4X" fmla="*/ 151 w 184"/>
                <a:gd name="GluePoint4Y" fmla="*/ 341 h 344"/>
                <a:gd name="GluePoint5X" fmla="*/ 114 w 184"/>
                <a:gd name="GluePoint5Y" fmla="*/ 344 h 344"/>
                <a:gd name="GluePoint6X" fmla="*/ 50 w 184"/>
                <a:gd name="GluePoint6Y" fmla="*/ 322 h 344"/>
                <a:gd name="GluePoint7X" fmla="*/ 31 w 184"/>
                <a:gd name="GluePoint7Y" fmla="*/ 255 h 344"/>
                <a:gd name="GluePoint8X" fmla="*/ 31 w 184"/>
                <a:gd name="GluePoint8Y" fmla="*/ 148 h 344"/>
                <a:gd name="GluePoint9X" fmla="*/ 0 w 184"/>
                <a:gd name="GluePoint9Y" fmla="*/ 148 h 344"/>
                <a:gd name="GluePoint10X" fmla="*/ 0 w 184"/>
                <a:gd name="GluePoint10Y" fmla="*/ 81 h 344"/>
                <a:gd name="GluePoint11X" fmla="*/ 31 w 184"/>
                <a:gd name="GluePoint11Y" fmla="*/ 81 h 344"/>
                <a:gd name="GluePoint12X" fmla="*/ 31 w 184"/>
                <a:gd name="GluePoint12Y" fmla="*/ 15 h 344"/>
                <a:gd name="GluePoint13X" fmla="*/ 119 w 184"/>
                <a:gd name="GluePoint13Y" fmla="*/ 0 h 344"/>
                <a:gd name="GluePoint14X" fmla="*/ 119 w 184"/>
                <a:gd name="GluePoint14Y" fmla="*/ 81 h 344"/>
                <a:gd name="GluePoint15X" fmla="*/ 174 w 184"/>
                <a:gd name="GluePoint15Y" fmla="*/ 81 h 344"/>
                <a:gd name="GluePoint16X" fmla="*/ 174 w 184"/>
                <a:gd name="GluePoint16Y" fmla="*/ 148 h 344"/>
                <a:gd name="GluePoint17X" fmla="*/ 119 w 184"/>
                <a:gd name="GluePoint17Y" fmla="*/ 148 h 344"/>
                <a:gd name="GluePoint18X" fmla="*/ 119 w 184"/>
                <a:gd name="GluePoint18Y" fmla="*/ 249 h 344"/>
                <a:gd name="GluePoint19X" fmla="*/ 142 w 184"/>
                <a:gd name="GluePoint19Y" fmla="*/ 274 h 3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79200" rIns="7920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22" name="Freeform 13"/>
            <p:cNvSpPr/>
            <p:nvPr/>
          </p:nvSpPr>
          <p:spPr>
            <a:xfrm>
              <a:off x="2080080" y="548640"/>
              <a:ext cx="258840" cy="281520"/>
            </a:xfrm>
            <a:custGeom>
              <a:avLst/>
              <a:gdLst>
                <a:gd name="textAreaLeft" fmla="*/ 0 w 258840"/>
                <a:gd name="textAreaRight" fmla="*/ 259200 w 258840"/>
                <a:gd name="textAreaTop" fmla="*/ 0 h 281520"/>
                <a:gd name="textAreaBottom" fmla="*/ 281880 h 281520"/>
                <a:gd name="GluePoint1X" fmla="*/ 213 w 244"/>
                <a:gd name="GluePoint1Y" fmla="*/ 30 h 267"/>
                <a:gd name="GluePoint2X" fmla="*/ 125 w 244"/>
                <a:gd name="GluePoint2Y" fmla="*/ 0 h 267"/>
                <a:gd name="GluePoint3X" fmla="*/ 33 w 244"/>
                <a:gd name="GluePoint3Y" fmla="*/ 35 h 267"/>
                <a:gd name="GluePoint4X" fmla="*/ 0 w 244"/>
                <a:gd name="GluePoint4Y" fmla="*/ 135 h 267"/>
                <a:gd name="GluePoint5X" fmla="*/ 35 w 244"/>
                <a:gd name="GluePoint5Y" fmla="*/ 233 h 267"/>
                <a:gd name="GluePoint6X" fmla="*/ 133 w 244"/>
                <a:gd name="GluePoint6Y" fmla="*/ 267 h 267"/>
                <a:gd name="GluePoint7X" fmla="*/ 185 w 244"/>
                <a:gd name="GluePoint7Y" fmla="*/ 263 h 267"/>
                <a:gd name="GluePoint8X" fmla="*/ 227 w 244"/>
                <a:gd name="GluePoint8Y" fmla="*/ 249 h 267"/>
                <a:gd name="GluePoint9X" fmla="*/ 214 w 244"/>
                <a:gd name="GluePoint9Y" fmla="*/ 190 h 267"/>
                <a:gd name="GluePoint10X" fmla="*/ 186 w 244"/>
                <a:gd name="GluePoint10Y" fmla="*/ 200 h 267"/>
                <a:gd name="GluePoint11X" fmla="*/ 144 w 244"/>
                <a:gd name="GluePoint11Y" fmla="*/ 204 h 267"/>
                <a:gd name="GluePoint12X" fmla="*/ 104 w 244"/>
                <a:gd name="GluePoint12Y" fmla="*/ 192 h 267"/>
                <a:gd name="GluePoint13X" fmla="*/ 88 w 244"/>
                <a:gd name="GluePoint13Y" fmla="*/ 158 h 267"/>
                <a:gd name="GluePoint14X" fmla="*/ 244 w 244"/>
                <a:gd name="GluePoint14Y" fmla="*/ 158 h 267"/>
                <a:gd name="GluePoint15X" fmla="*/ 244 w 244"/>
                <a:gd name="GluePoint15Y" fmla="*/ 118 h 267"/>
                <a:gd name="GluePoint16X" fmla="*/ 213 w 244"/>
                <a:gd name="GluePoint16Y" fmla="*/ 30 h 267"/>
                <a:gd name="GluePoint17X" fmla="*/ 90 w 244"/>
                <a:gd name="GluePoint17Y" fmla="*/ 102 h 267"/>
                <a:gd name="GluePoint18X" fmla="*/ 102 w 244"/>
                <a:gd name="GluePoint18Y" fmla="*/ 70 h 267"/>
                <a:gd name="GluePoint19X" fmla="*/ 128 w 244"/>
                <a:gd name="GluePoint19Y" fmla="*/ 61 h 267"/>
                <a:gd name="GluePoint20X" fmla="*/ 155 w 244"/>
                <a:gd name="GluePoint20Y" fmla="*/ 72 h 267"/>
                <a:gd name="GluePoint21X" fmla="*/ 165 w 244"/>
                <a:gd name="GluePoint21Y" fmla="*/ 102 h 267"/>
                <a:gd name="GluePoint22X" fmla="*/ 90 w 244"/>
                <a:gd name="GluePoint22Y" fmla="*/ 102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23" name="Freeform 14"/>
            <p:cNvSpPr/>
            <p:nvPr/>
          </p:nvSpPr>
          <p:spPr>
            <a:xfrm>
              <a:off x="801360" y="548640"/>
              <a:ext cx="257040" cy="281520"/>
            </a:xfrm>
            <a:custGeom>
              <a:avLst/>
              <a:gdLst>
                <a:gd name="textAreaLeft" fmla="*/ 0 w 257040"/>
                <a:gd name="textAreaRight" fmla="*/ 257400 w 257040"/>
                <a:gd name="textAreaTop" fmla="*/ 0 h 281520"/>
                <a:gd name="textAreaBottom" fmla="*/ 281880 h 281520"/>
                <a:gd name="GluePoint1X" fmla="*/ 212 w 243"/>
                <a:gd name="GluePoint1Y" fmla="*/ 30 h 267"/>
                <a:gd name="GluePoint2X" fmla="*/ 124 w 243"/>
                <a:gd name="GluePoint2Y" fmla="*/ 0 h 267"/>
                <a:gd name="GluePoint3X" fmla="*/ 32 w 243"/>
                <a:gd name="GluePoint3Y" fmla="*/ 35 h 267"/>
                <a:gd name="GluePoint4X" fmla="*/ 0 w 243"/>
                <a:gd name="GluePoint4Y" fmla="*/ 135 h 267"/>
                <a:gd name="GluePoint5X" fmla="*/ 35 w 243"/>
                <a:gd name="GluePoint5Y" fmla="*/ 233 h 267"/>
                <a:gd name="GluePoint6X" fmla="*/ 132 w 243"/>
                <a:gd name="GluePoint6Y" fmla="*/ 267 h 267"/>
                <a:gd name="GluePoint7X" fmla="*/ 184 w 243"/>
                <a:gd name="GluePoint7Y" fmla="*/ 263 h 267"/>
                <a:gd name="GluePoint8X" fmla="*/ 227 w 243"/>
                <a:gd name="GluePoint8Y" fmla="*/ 249 h 267"/>
                <a:gd name="GluePoint9X" fmla="*/ 213 w 243"/>
                <a:gd name="GluePoint9Y" fmla="*/ 190 h 267"/>
                <a:gd name="GluePoint10X" fmla="*/ 185 w 243"/>
                <a:gd name="GluePoint10Y" fmla="*/ 200 h 267"/>
                <a:gd name="GluePoint11X" fmla="*/ 143 w 243"/>
                <a:gd name="GluePoint11Y" fmla="*/ 204 h 267"/>
                <a:gd name="GluePoint12X" fmla="*/ 103 w 243"/>
                <a:gd name="GluePoint12Y" fmla="*/ 192 h 267"/>
                <a:gd name="GluePoint13X" fmla="*/ 88 w 243"/>
                <a:gd name="GluePoint13Y" fmla="*/ 158 h 267"/>
                <a:gd name="GluePoint14X" fmla="*/ 243 w 243"/>
                <a:gd name="GluePoint14Y" fmla="*/ 158 h 267"/>
                <a:gd name="GluePoint15X" fmla="*/ 243 w 243"/>
                <a:gd name="GluePoint15Y" fmla="*/ 118 h 267"/>
                <a:gd name="GluePoint16X" fmla="*/ 212 w 243"/>
                <a:gd name="GluePoint16Y" fmla="*/ 30 h 267"/>
                <a:gd name="GluePoint17X" fmla="*/ 89 w 243"/>
                <a:gd name="GluePoint17Y" fmla="*/ 102 h 267"/>
                <a:gd name="GluePoint18X" fmla="*/ 102 w 243"/>
                <a:gd name="GluePoint18Y" fmla="*/ 70 h 267"/>
                <a:gd name="GluePoint19X" fmla="*/ 127 w 243"/>
                <a:gd name="GluePoint19Y" fmla="*/ 61 h 267"/>
                <a:gd name="GluePoint20X" fmla="*/ 154 w 243"/>
                <a:gd name="GluePoint20Y" fmla="*/ 72 h 267"/>
                <a:gd name="GluePoint21X" fmla="*/ 164 w 243"/>
                <a:gd name="GluePoint21Y" fmla="*/ 102 h 267"/>
                <a:gd name="GluePoint22X" fmla="*/ 89 w 243"/>
                <a:gd name="GluePoint22Y" fmla="*/ 102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- Circle Black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3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3" spid="">
              <p:embed/>
              <p:pic>
                <p:nvPicPr>
                  <p:cNvPr id="234" name="Object 3" hidden="1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35" name="TextBox 10" hidden="1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11" hidden="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EC9E26AC-41BF-47BC-AAA2-441CDF30005C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4210200" y="1530360"/>
            <a:ext cx="3779640" cy="3779640"/>
          </a:xfrm>
          <a:prstGeom prst="rect">
            <a:avLst/>
          </a:prstGeom>
          <a:noFill/>
          <a:ln w="25560">
            <a:solidFill>
              <a:schemeClr val="accent1"/>
            </a:solidFill>
            <a:round/>
          </a:ln>
        </p:spPr>
        <p:txBody>
          <a:bodyPr lIns="108000" tIns="108000" rIns="108000" bIns="108000" anchor="ctr">
            <a:normAutofit/>
          </a:bodyPr>
          <a:lstStyle>
            <a:lvl1pPr indent="0" algn="ctr" defTabSz="1219320">
              <a:lnSpc>
                <a:spcPts val="3801"/>
              </a:lnSpc>
              <a:buNone/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Verdana"/>
                <a:ea typeface="Open Sans"/>
              </a:defRPr>
            </a:lvl1pPr>
          </a:lstStyle>
          <a:p>
            <a:pPr indent="0" algn="ctr" defTabSz="1219320">
              <a:lnSpc>
                <a:spcPts val="3801"/>
              </a:lnSpc>
              <a:buNone/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Verdana"/>
                <a:ea typeface="Open Sans"/>
              </a:rPr>
              <a:t>Click to edit Master title style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475200" y="6362640"/>
            <a:ext cx="5594040" cy="29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05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grpSp>
        <p:nvGrpSpPr>
          <p:cNvPr id="239" name="Group 15"/>
          <p:cNvGrpSpPr/>
          <p:nvPr/>
        </p:nvGrpSpPr>
        <p:grpSpPr>
          <a:xfrm>
            <a:off x="469800" y="457920"/>
            <a:ext cx="1997640" cy="374040"/>
            <a:chOff x="469800" y="457920"/>
            <a:chExt cx="1997640" cy="374040"/>
          </a:xfrm>
        </p:grpSpPr>
        <p:sp>
          <p:nvSpPr>
            <p:cNvPr id="240" name="Oval 5"/>
            <p:cNvSpPr/>
            <p:nvPr/>
          </p:nvSpPr>
          <p:spPr>
            <a:xfrm>
              <a:off x="2360520" y="726120"/>
              <a:ext cx="106920" cy="10584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43560" tIns="37440" rIns="43560" bIns="3744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41" name="Freeform 6"/>
            <p:cNvSpPr/>
            <p:nvPr/>
          </p:nvSpPr>
          <p:spPr>
            <a:xfrm>
              <a:off x="469800" y="459720"/>
              <a:ext cx="303840" cy="366480"/>
            </a:xfrm>
            <a:custGeom>
              <a:avLst/>
              <a:gdLst>
                <a:gd name="textAreaLeft" fmla="*/ 0 w 303840"/>
                <a:gd name="textAreaRight" fmla="*/ 304200 w 303840"/>
                <a:gd name="textAreaTop" fmla="*/ 0 h 366480"/>
                <a:gd name="textAreaBottom" fmla="*/ 366840 h 366480"/>
                <a:gd name="GluePoint1X" fmla="*/ 287 w 287"/>
                <a:gd name="GluePoint1Y" fmla="*/ 166 h 347"/>
                <a:gd name="GluePoint2X" fmla="*/ 240 w 287"/>
                <a:gd name="GluePoint2Y" fmla="*/ 300 h 347"/>
                <a:gd name="GluePoint3X" fmla="*/ 109 w 287"/>
                <a:gd name="GluePoint3Y" fmla="*/ 347 h 347"/>
                <a:gd name="GluePoint4X" fmla="*/ 0 w 287"/>
                <a:gd name="GluePoint4Y" fmla="*/ 347 h 347"/>
                <a:gd name="GluePoint5X" fmla="*/ 0 w 287"/>
                <a:gd name="GluePoint5Y" fmla="*/ 0 h 347"/>
                <a:gd name="GluePoint6X" fmla="*/ 117 w 287"/>
                <a:gd name="GluePoint6Y" fmla="*/ 0 h 347"/>
                <a:gd name="GluePoint7X" fmla="*/ 243 w 287"/>
                <a:gd name="GluePoint7Y" fmla="*/ 43 h 347"/>
                <a:gd name="GluePoint8X" fmla="*/ 287 w 287"/>
                <a:gd name="GluePoint8Y" fmla="*/ 166 h 347"/>
                <a:gd name="GluePoint9X" fmla="*/ 192 w 287"/>
                <a:gd name="GluePoint9Y" fmla="*/ 170 h 347"/>
                <a:gd name="GluePoint10X" fmla="*/ 174 w 287"/>
                <a:gd name="GluePoint10Y" fmla="*/ 99 h 347"/>
                <a:gd name="GluePoint11X" fmla="*/ 118 w 287"/>
                <a:gd name="GluePoint11Y" fmla="*/ 76 h 347"/>
                <a:gd name="GluePoint12X" fmla="*/ 91 w 287"/>
                <a:gd name="GluePoint12Y" fmla="*/ 76 h 347"/>
                <a:gd name="GluePoint13X" fmla="*/ 91 w 287"/>
                <a:gd name="GluePoint13Y" fmla="*/ 270 h 347"/>
                <a:gd name="GluePoint14X" fmla="*/ 111 w 287"/>
                <a:gd name="GluePoint14Y" fmla="*/ 270 h 347"/>
                <a:gd name="GluePoint15X" fmla="*/ 173 w 287"/>
                <a:gd name="GluePoint15Y" fmla="*/ 245 h 347"/>
                <a:gd name="GluePoint16X" fmla="*/ 192 w 287"/>
                <a:gd name="GluePoint16Y" fmla="*/ 170 h 34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42" name="Rectangle 7"/>
            <p:cNvSpPr/>
            <p:nvPr/>
          </p:nvSpPr>
          <p:spPr>
            <a:xfrm>
              <a:off x="1093680" y="457920"/>
              <a:ext cx="91080" cy="36828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37080" rIns="3708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43" name="Freeform 8"/>
            <p:cNvSpPr/>
            <p:nvPr/>
          </p:nvSpPr>
          <p:spPr>
            <a:xfrm>
              <a:off x="1222200" y="548640"/>
              <a:ext cx="264600" cy="281520"/>
            </a:xfrm>
            <a:custGeom>
              <a:avLst/>
              <a:gdLst>
                <a:gd name="textAreaLeft" fmla="*/ 0 w 264600"/>
                <a:gd name="textAreaRight" fmla="*/ 264960 w 264600"/>
                <a:gd name="textAreaTop" fmla="*/ 0 h 281520"/>
                <a:gd name="textAreaBottom" fmla="*/ 281880 h 281520"/>
                <a:gd name="GluePoint1X" fmla="*/ 252 w 252"/>
                <a:gd name="GluePoint1Y" fmla="*/ 133 h 267"/>
                <a:gd name="GluePoint2X" fmla="*/ 218 w 252"/>
                <a:gd name="GluePoint2Y" fmla="*/ 232 h 267"/>
                <a:gd name="GluePoint3X" fmla="*/ 125 w 252"/>
                <a:gd name="GluePoint3Y" fmla="*/ 267 h 267"/>
                <a:gd name="GluePoint4X" fmla="*/ 34 w 252"/>
                <a:gd name="GluePoint4Y" fmla="*/ 231 h 267"/>
                <a:gd name="GluePoint5X" fmla="*/ 0 w 252"/>
                <a:gd name="GluePoint5Y" fmla="*/ 133 h 267"/>
                <a:gd name="GluePoint6X" fmla="*/ 33 w 252"/>
                <a:gd name="GluePoint6Y" fmla="*/ 35 h 267"/>
                <a:gd name="GluePoint7X" fmla="*/ 127 w 252"/>
                <a:gd name="GluePoint7Y" fmla="*/ 0 h 267"/>
                <a:gd name="GluePoint8X" fmla="*/ 192 w 252"/>
                <a:gd name="GluePoint8Y" fmla="*/ 16 h 267"/>
                <a:gd name="GluePoint9X" fmla="*/ 236 w 252"/>
                <a:gd name="GluePoint9Y" fmla="*/ 63 h 267"/>
                <a:gd name="GluePoint10X" fmla="*/ 252 w 252"/>
                <a:gd name="GluePoint10Y" fmla="*/ 133 h 267"/>
                <a:gd name="GluePoint11X" fmla="*/ 88 w 252"/>
                <a:gd name="GluePoint11Y" fmla="*/ 133 h 267"/>
                <a:gd name="GluePoint12X" fmla="*/ 97 w 252"/>
                <a:gd name="GluePoint12Y" fmla="*/ 184 h 267"/>
                <a:gd name="GluePoint13X" fmla="*/ 126 w 252"/>
                <a:gd name="GluePoint13Y" fmla="*/ 201 h 267"/>
                <a:gd name="GluePoint14X" fmla="*/ 155 w 252"/>
                <a:gd name="GluePoint14Y" fmla="*/ 184 h 267"/>
                <a:gd name="GluePoint15X" fmla="*/ 163 w 252"/>
                <a:gd name="GluePoint15Y" fmla="*/ 133 h 267"/>
                <a:gd name="GluePoint16X" fmla="*/ 155 w 252"/>
                <a:gd name="GluePoint16Y" fmla="*/ 83 h 267"/>
                <a:gd name="GluePoint17X" fmla="*/ 126 w 252"/>
                <a:gd name="GluePoint17Y" fmla="*/ 66 h 267"/>
                <a:gd name="GluePoint18X" fmla="*/ 97 w 252"/>
                <a:gd name="GluePoint18Y" fmla="*/ 83 h 267"/>
                <a:gd name="GluePoint19X" fmla="*/ 88 w 252"/>
                <a:gd name="GluePoint19Y" fmla="*/ 133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44" name="Rectangle 9"/>
            <p:cNvSpPr/>
            <p:nvPr/>
          </p:nvSpPr>
          <p:spPr>
            <a:xfrm>
              <a:off x="1524600" y="552240"/>
              <a:ext cx="91080" cy="27360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37080" rIns="3708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45" name="Rectangle 10"/>
            <p:cNvSpPr/>
            <p:nvPr/>
          </p:nvSpPr>
          <p:spPr>
            <a:xfrm>
              <a:off x="1524600" y="457920"/>
              <a:ext cx="91080" cy="6156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37080" tIns="30960" rIns="37080" bIns="3096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46" name="Freeform 11"/>
            <p:cNvSpPr/>
            <p:nvPr/>
          </p:nvSpPr>
          <p:spPr>
            <a:xfrm>
              <a:off x="1653120" y="465480"/>
              <a:ext cx="194400" cy="364320"/>
            </a:xfrm>
            <a:custGeom>
              <a:avLst/>
              <a:gdLst>
                <a:gd name="textAreaLeft" fmla="*/ 0 w 194400"/>
                <a:gd name="textAreaRight" fmla="*/ 194760 w 194400"/>
                <a:gd name="textAreaTop" fmla="*/ 0 h 364320"/>
                <a:gd name="textAreaBottom" fmla="*/ 364680 h 364320"/>
                <a:gd name="GluePoint1X" fmla="*/ 142 w 184"/>
                <a:gd name="GluePoint1Y" fmla="*/ 274 h 344"/>
                <a:gd name="GluePoint2X" fmla="*/ 184 w 184"/>
                <a:gd name="GluePoint2Y" fmla="*/ 265 h 344"/>
                <a:gd name="GluePoint3X" fmla="*/ 184 w 184"/>
                <a:gd name="GluePoint3Y" fmla="*/ 330 h 344"/>
                <a:gd name="GluePoint4X" fmla="*/ 150 w 184"/>
                <a:gd name="GluePoint4Y" fmla="*/ 341 h 344"/>
                <a:gd name="GluePoint5X" fmla="*/ 113 w 184"/>
                <a:gd name="GluePoint5Y" fmla="*/ 344 h 344"/>
                <a:gd name="GluePoint6X" fmla="*/ 50 w 184"/>
                <a:gd name="GluePoint6Y" fmla="*/ 322 h 344"/>
                <a:gd name="GluePoint7X" fmla="*/ 30 w 184"/>
                <a:gd name="GluePoint7Y" fmla="*/ 255 h 344"/>
                <a:gd name="GluePoint8X" fmla="*/ 30 w 184"/>
                <a:gd name="GluePoint8Y" fmla="*/ 148 h 344"/>
                <a:gd name="GluePoint9X" fmla="*/ 0 w 184"/>
                <a:gd name="GluePoint9Y" fmla="*/ 148 h 344"/>
                <a:gd name="GluePoint10X" fmla="*/ 0 w 184"/>
                <a:gd name="GluePoint10Y" fmla="*/ 81 h 344"/>
                <a:gd name="GluePoint11X" fmla="*/ 30 w 184"/>
                <a:gd name="GluePoint11Y" fmla="*/ 81 h 344"/>
                <a:gd name="GluePoint12X" fmla="*/ 30 w 184"/>
                <a:gd name="GluePoint12Y" fmla="*/ 16 h 344"/>
                <a:gd name="GluePoint13X" fmla="*/ 118 w 184"/>
                <a:gd name="GluePoint13Y" fmla="*/ 0 h 344"/>
                <a:gd name="GluePoint14X" fmla="*/ 118 w 184"/>
                <a:gd name="GluePoint14Y" fmla="*/ 81 h 344"/>
                <a:gd name="GluePoint15X" fmla="*/ 174 w 184"/>
                <a:gd name="GluePoint15Y" fmla="*/ 81 h 344"/>
                <a:gd name="GluePoint16X" fmla="*/ 174 w 184"/>
                <a:gd name="GluePoint16Y" fmla="*/ 148 h 344"/>
                <a:gd name="GluePoint17X" fmla="*/ 118 w 184"/>
                <a:gd name="GluePoint17Y" fmla="*/ 148 h 344"/>
                <a:gd name="GluePoint18X" fmla="*/ 118 w 184"/>
                <a:gd name="GluePoint18Y" fmla="*/ 249 h 344"/>
                <a:gd name="GluePoint19X" fmla="*/ 142 w 184"/>
                <a:gd name="GluePoint19Y" fmla="*/ 274 h 3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79200" rIns="7920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47" name="Freeform 12"/>
            <p:cNvSpPr/>
            <p:nvPr/>
          </p:nvSpPr>
          <p:spPr>
            <a:xfrm>
              <a:off x="1865520" y="465480"/>
              <a:ext cx="194400" cy="364320"/>
            </a:xfrm>
            <a:custGeom>
              <a:avLst/>
              <a:gdLst>
                <a:gd name="textAreaLeft" fmla="*/ 0 w 194400"/>
                <a:gd name="textAreaRight" fmla="*/ 194760 w 194400"/>
                <a:gd name="textAreaTop" fmla="*/ 0 h 364320"/>
                <a:gd name="textAreaBottom" fmla="*/ 364680 h 364320"/>
                <a:gd name="GluePoint1X" fmla="*/ 142 w 184"/>
                <a:gd name="GluePoint1Y" fmla="*/ 274 h 344"/>
                <a:gd name="GluePoint2X" fmla="*/ 184 w 184"/>
                <a:gd name="GluePoint2Y" fmla="*/ 265 h 344"/>
                <a:gd name="GluePoint3X" fmla="*/ 184 w 184"/>
                <a:gd name="GluePoint3Y" fmla="*/ 330 h 344"/>
                <a:gd name="GluePoint4X" fmla="*/ 151 w 184"/>
                <a:gd name="GluePoint4Y" fmla="*/ 341 h 344"/>
                <a:gd name="GluePoint5X" fmla="*/ 114 w 184"/>
                <a:gd name="GluePoint5Y" fmla="*/ 344 h 344"/>
                <a:gd name="GluePoint6X" fmla="*/ 50 w 184"/>
                <a:gd name="GluePoint6Y" fmla="*/ 322 h 344"/>
                <a:gd name="GluePoint7X" fmla="*/ 31 w 184"/>
                <a:gd name="GluePoint7Y" fmla="*/ 255 h 344"/>
                <a:gd name="GluePoint8X" fmla="*/ 31 w 184"/>
                <a:gd name="GluePoint8Y" fmla="*/ 148 h 344"/>
                <a:gd name="GluePoint9X" fmla="*/ 0 w 184"/>
                <a:gd name="GluePoint9Y" fmla="*/ 148 h 344"/>
                <a:gd name="GluePoint10X" fmla="*/ 0 w 184"/>
                <a:gd name="GluePoint10Y" fmla="*/ 81 h 344"/>
                <a:gd name="GluePoint11X" fmla="*/ 31 w 184"/>
                <a:gd name="GluePoint11Y" fmla="*/ 81 h 344"/>
                <a:gd name="GluePoint12X" fmla="*/ 31 w 184"/>
                <a:gd name="GluePoint12Y" fmla="*/ 15 h 344"/>
                <a:gd name="GluePoint13X" fmla="*/ 119 w 184"/>
                <a:gd name="GluePoint13Y" fmla="*/ 0 h 344"/>
                <a:gd name="GluePoint14X" fmla="*/ 119 w 184"/>
                <a:gd name="GluePoint14Y" fmla="*/ 81 h 344"/>
                <a:gd name="GluePoint15X" fmla="*/ 174 w 184"/>
                <a:gd name="GluePoint15Y" fmla="*/ 81 h 344"/>
                <a:gd name="GluePoint16X" fmla="*/ 174 w 184"/>
                <a:gd name="GluePoint16Y" fmla="*/ 148 h 344"/>
                <a:gd name="GluePoint17X" fmla="*/ 119 w 184"/>
                <a:gd name="GluePoint17Y" fmla="*/ 148 h 344"/>
                <a:gd name="GluePoint18X" fmla="*/ 119 w 184"/>
                <a:gd name="GluePoint18Y" fmla="*/ 249 h 344"/>
                <a:gd name="GluePoint19X" fmla="*/ 142 w 184"/>
                <a:gd name="GluePoint19Y" fmla="*/ 274 h 3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79200" rIns="7920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48" name="Freeform 13"/>
            <p:cNvSpPr/>
            <p:nvPr/>
          </p:nvSpPr>
          <p:spPr>
            <a:xfrm>
              <a:off x="2080080" y="548640"/>
              <a:ext cx="258840" cy="281520"/>
            </a:xfrm>
            <a:custGeom>
              <a:avLst/>
              <a:gdLst>
                <a:gd name="textAreaLeft" fmla="*/ 0 w 258840"/>
                <a:gd name="textAreaRight" fmla="*/ 259200 w 258840"/>
                <a:gd name="textAreaTop" fmla="*/ 0 h 281520"/>
                <a:gd name="textAreaBottom" fmla="*/ 281880 h 281520"/>
                <a:gd name="GluePoint1X" fmla="*/ 213 w 244"/>
                <a:gd name="GluePoint1Y" fmla="*/ 30 h 267"/>
                <a:gd name="GluePoint2X" fmla="*/ 125 w 244"/>
                <a:gd name="GluePoint2Y" fmla="*/ 0 h 267"/>
                <a:gd name="GluePoint3X" fmla="*/ 33 w 244"/>
                <a:gd name="GluePoint3Y" fmla="*/ 35 h 267"/>
                <a:gd name="GluePoint4X" fmla="*/ 0 w 244"/>
                <a:gd name="GluePoint4Y" fmla="*/ 135 h 267"/>
                <a:gd name="GluePoint5X" fmla="*/ 35 w 244"/>
                <a:gd name="GluePoint5Y" fmla="*/ 233 h 267"/>
                <a:gd name="GluePoint6X" fmla="*/ 133 w 244"/>
                <a:gd name="GluePoint6Y" fmla="*/ 267 h 267"/>
                <a:gd name="GluePoint7X" fmla="*/ 185 w 244"/>
                <a:gd name="GluePoint7Y" fmla="*/ 263 h 267"/>
                <a:gd name="GluePoint8X" fmla="*/ 227 w 244"/>
                <a:gd name="GluePoint8Y" fmla="*/ 249 h 267"/>
                <a:gd name="GluePoint9X" fmla="*/ 214 w 244"/>
                <a:gd name="GluePoint9Y" fmla="*/ 190 h 267"/>
                <a:gd name="GluePoint10X" fmla="*/ 186 w 244"/>
                <a:gd name="GluePoint10Y" fmla="*/ 200 h 267"/>
                <a:gd name="GluePoint11X" fmla="*/ 144 w 244"/>
                <a:gd name="GluePoint11Y" fmla="*/ 204 h 267"/>
                <a:gd name="GluePoint12X" fmla="*/ 104 w 244"/>
                <a:gd name="GluePoint12Y" fmla="*/ 192 h 267"/>
                <a:gd name="GluePoint13X" fmla="*/ 88 w 244"/>
                <a:gd name="GluePoint13Y" fmla="*/ 158 h 267"/>
                <a:gd name="GluePoint14X" fmla="*/ 244 w 244"/>
                <a:gd name="GluePoint14Y" fmla="*/ 158 h 267"/>
                <a:gd name="GluePoint15X" fmla="*/ 244 w 244"/>
                <a:gd name="GluePoint15Y" fmla="*/ 118 h 267"/>
                <a:gd name="GluePoint16X" fmla="*/ 213 w 244"/>
                <a:gd name="GluePoint16Y" fmla="*/ 30 h 267"/>
                <a:gd name="GluePoint17X" fmla="*/ 90 w 244"/>
                <a:gd name="GluePoint17Y" fmla="*/ 102 h 267"/>
                <a:gd name="GluePoint18X" fmla="*/ 102 w 244"/>
                <a:gd name="GluePoint18Y" fmla="*/ 70 h 267"/>
                <a:gd name="GluePoint19X" fmla="*/ 128 w 244"/>
                <a:gd name="GluePoint19Y" fmla="*/ 61 h 267"/>
                <a:gd name="GluePoint20X" fmla="*/ 155 w 244"/>
                <a:gd name="GluePoint20Y" fmla="*/ 72 h 267"/>
                <a:gd name="GluePoint21X" fmla="*/ 165 w 244"/>
                <a:gd name="GluePoint21Y" fmla="*/ 102 h 267"/>
                <a:gd name="GluePoint22X" fmla="*/ 90 w 244"/>
                <a:gd name="GluePoint22Y" fmla="*/ 102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49" name="Freeform 14"/>
            <p:cNvSpPr/>
            <p:nvPr/>
          </p:nvSpPr>
          <p:spPr>
            <a:xfrm>
              <a:off x="801360" y="548640"/>
              <a:ext cx="257040" cy="281520"/>
            </a:xfrm>
            <a:custGeom>
              <a:avLst/>
              <a:gdLst>
                <a:gd name="textAreaLeft" fmla="*/ 0 w 257040"/>
                <a:gd name="textAreaRight" fmla="*/ 257400 w 257040"/>
                <a:gd name="textAreaTop" fmla="*/ 0 h 281520"/>
                <a:gd name="textAreaBottom" fmla="*/ 281880 h 281520"/>
                <a:gd name="GluePoint1X" fmla="*/ 212 w 243"/>
                <a:gd name="GluePoint1Y" fmla="*/ 30 h 267"/>
                <a:gd name="GluePoint2X" fmla="*/ 124 w 243"/>
                <a:gd name="GluePoint2Y" fmla="*/ 0 h 267"/>
                <a:gd name="GluePoint3X" fmla="*/ 32 w 243"/>
                <a:gd name="GluePoint3Y" fmla="*/ 35 h 267"/>
                <a:gd name="GluePoint4X" fmla="*/ 0 w 243"/>
                <a:gd name="GluePoint4Y" fmla="*/ 135 h 267"/>
                <a:gd name="GluePoint5X" fmla="*/ 35 w 243"/>
                <a:gd name="GluePoint5Y" fmla="*/ 233 h 267"/>
                <a:gd name="GluePoint6X" fmla="*/ 132 w 243"/>
                <a:gd name="GluePoint6Y" fmla="*/ 267 h 267"/>
                <a:gd name="GluePoint7X" fmla="*/ 184 w 243"/>
                <a:gd name="GluePoint7Y" fmla="*/ 263 h 267"/>
                <a:gd name="GluePoint8X" fmla="*/ 227 w 243"/>
                <a:gd name="GluePoint8Y" fmla="*/ 249 h 267"/>
                <a:gd name="GluePoint9X" fmla="*/ 213 w 243"/>
                <a:gd name="GluePoint9Y" fmla="*/ 190 h 267"/>
                <a:gd name="GluePoint10X" fmla="*/ 185 w 243"/>
                <a:gd name="GluePoint10Y" fmla="*/ 200 h 267"/>
                <a:gd name="GluePoint11X" fmla="*/ 143 w 243"/>
                <a:gd name="GluePoint11Y" fmla="*/ 204 h 267"/>
                <a:gd name="GluePoint12X" fmla="*/ 103 w 243"/>
                <a:gd name="GluePoint12Y" fmla="*/ 192 h 267"/>
                <a:gd name="GluePoint13X" fmla="*/ 88 w 243"/>
                <a:gd name="GluePoint13Y" fmla="*/ 158 h 267"/>
                <a:gd name="GluePoint14X" fmla="*/ 243 w 243"/>
                <a:gd name="GluePoint14Y" fmla="*/ 158 h 267"/>
                <a:gd name="GluePoint15X" fmla="*/ 243 w 243"/>
                <a:gd name="GluePoint15Y" fmla="*/ 118 h 267"/>
                <a:gd name="GluePoint16X" fmla="*/ 212 w 243"/>
                <a:gd name="GluePoint16Y" fmla="*/ 30 h 267"/>
                <a:gd name="GluePoint17X" fmla="*/ 89 w 243"/>
                <a:gd name="GluePoint17Y" fmla="*/ 102 h 267"/>
                <a:gd name="GluePoint18X" fmla="*/ 102 w 243"/>
                <a:gd name="GluePoint18Y" fmla="*/ 70 h 267"/>
                <a:gd name="GluePoint19X" fmla="*/ 127 w 243"/>
                <a:gd name="GluePoint19Y" fmla="*/ 61 h 267"/>
                <a:gd name="GluePoint20X" fmla="*/ 154 w 243"/>
                <a:gd name="GluePoint20Y" fmla="*/ 72 h 267"/>
                <a:gd name="GluePoint21X" fmla="*/ 164 w 243"/>
                <a:gd name="GluePoint21Y" fmla="*/ 102 h 267"/>
                <a:gd name="GluePoint22X" fmla="*/ 89 w 243"/>
                <a:gd name="GluePoint22Y" fmla="*/ 102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endParaRPr lang="en-GB" sz="2600" b="0" u="none" strike="noStrike">
                <a:solidFill>
                  <a:schemeClr val="lt1"/>
                </a:solidFill>
                <a:effectLst/>
                <a:uFillTx/>
                <a:latin typeface="Verdana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ey statement blac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20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1" name="TextBox 10" hidden="1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Box 11" hidden="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185647A3-0838-49AC-B6D5-0CD1BF6E49DA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body"/>
          </p:nvPr>
        </p:nvSpPr>
        <p:spPr>
          <a:xfrm>
            <a:off x="480600" y="1590840"/>
            <a:ext cx="9029160" cy="470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Bef>
                <a:spcPts val="4799"/>
              </a:spcBef>
              <a:spcAft>
                <a:spcPts val="1332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Bef>
                <a:spcPts val="4799"/>
              </a:spcBef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24" name="TextBox 13"/>
          <p:cNvSpPr/>
          <p:nvPr/>
        </p:nvSpPr>
        <p:spPr>
          <a:xfrm>
            <a:off x="5825160" y="6477120"/>
            <a:ext cx="4896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Presentation title</a:t>
            </a:r>
            <a:br>
              <a:rPr sz="650"/>
            </a:br>
            <a:r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[To edit, click View &gt; Slide Master &gt; Slide Master]</a:t>
            </a:r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Box 14"/>
          <p:cNvSpPr/>
          <p:nvPr/>
        </p:nvSpPr>
        <p:spPr>
          <a:xfrm>
            <a:off x="469800" y="6477120"/>
            <a:ext cx="5354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Member firms and DTTL: Insert appropriate copyright</a:t>
            </a:r>
            <a:br>
              <a:rPr sz="650"/>
            </a:br>
            <a:r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[To edit, click View &gt; Slide Master &gt; Slide Master]</a:t>
            </a:r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Box 15"/>
          <p:cNvSpPr/>
          <p:nvPr/>
        </p:nvSpPr>
        <p:spPr>
          <a:xfrm>
            <a:off x="1141416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CE8F63E2-3080-4164-92BF-355EAC8FB38E}" type="slidenum"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ey statement 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28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9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35008E4E-951D-4B65-A63F-1692C435D6DF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body"/>
          </p:nvPr>
        </p:nvSpPr>
        <p:spPr>
          <a:xfrm>
            <a:off x="469800" y="1590840"/>
            <a:ext cx="9029160" cy="470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Bef>
                <a:spcPts val="4799"/>
              </a:spcBef>
              <a:spcAft>
                <a:spcPts val="1332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Bef>
                <a:spcPts val="4799"/>
              </a:spcBef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33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4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A8C04395-2649-4368-9834-2E78F22BF0BB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" name="Object 1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37" name="Object 1" hidden="1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8" name="PlaceHolder 1"/>
          <p:cNvSpPr>
            <a:spLocks noGrp="1"/>
          </p:cNvSpPr>
          <p:nvPr>
            <p:ph type="body"/>
          </p:nvPr>
        </p:nvSpPr>
        <p:spPr>
          <a:xfrm>
            <a:off x="469800" y="1665360"/>
            <a:ext cx="9348480" cy="4633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897228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897228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2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897228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897228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1028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rPr>
              <a:t>Click to add subtitle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s with 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42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3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4478AE0C-035F-4D3B-8431-0D19B2D5848E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body"/>
          </p:nvPr>
        </p:nvSpPr>
        <p:spPr>
          <a:xfrm>
            <a:off x="5604840" y="1700280"/>
            <a:ext cx="6116760" cy="459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icon to add picture</a:t>
            </a:r>
            <a:endParaRPr lang="en-US" sz="18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69800" y="1665360"/>
            <a:ext cx="4333320" cy="4633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670536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2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670536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1028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rPr>
              <a:t>Click to add subtitle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&amp; 1 column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50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51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3E6A69BA-FC83-4533-B82C-3FEA2D502E33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body"/>
          </p:nvPr>
        </p:nvSpPr>
        <p:spPr>
          <a:xfrm>
            <a:off x="469800" y="1665360"/>
            <a:ext cx="11251800" cy="4633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2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1028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rPr>
              <a:t>Click to add subtitle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subtitle &amp; 1 column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57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58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FF59F2EC-9FDB-4EFD-A937-15ED315BA806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0" name="Object 1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61" name="Object 1" hidden="1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62" name="PlaceHolder 1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rPr>
              <a:t>Click to add subtitle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9800" y="1665720"/>
            <a:ext cx="11251800" cy="463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235080" lvl="2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1028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subtitle &amp; 1 column - lar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66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67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2631C6DF-599B-4190-A584-B6C30DA2CCFC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body"/>
          </p:nvPr>
        </p:nvSpPr>
        <p:spPr>
          <a:xfrm>
            <a:off x="469800" y="1676520"/>
            <a:ext cx="11251800" cy="46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2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1028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rPr>
              <a:t>Click to add subtitle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subtitle &amp; ch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73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74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57395554-813B-4DC9-9205-88D8BE384E1A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body"/>
          </p:nvPr>
        </p:nvSpPr>
        <p:spPr>
          <a:xfrm>
            <a:off x="468000" y="2054520"/>
            <a:ext cx="11251800" cy="3927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icon to add chart</a:t>
            </a:r>
            <a:endParaRPr lang="en-US" sz="18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68000" y="1659960"/>
            <a:ext cx="11251800" cy="35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68000" y="5982840"/>
            <a:ext cx="11251800" cy="31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9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rPr>
              <a:t>Click to add subtitle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ch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82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83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A4FB1907-0D82-40A0-AD2C-9692D58248A6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body"/>
          </p:nvPr>
        </p:nvSpPr>
        <p:spPr>
          <a:xfrm>
            <a:off x="468000" y="2052000"/>
            <a:ext cx="3599640" cy="3930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icon to add chart</a:t>
            </a:r>
            <a:endParaRPr lang="en-US" sz="18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68000" y="1665360"/>
            <a:ext cx="3599640" cy="39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4295880" y="2052000"/>
            <a:ext cx="3599640" cy="3930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icon to add chart</a:t>
            </a:r>
            <a:endParaRPr lang="en-US" sz="18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body"/>
          </p:nvPr>
        </p:nvSpPr>
        <p:spPr>
          <a:xfrm>
            <a:off x="4295880" y="1665360"/>
            <a:ext cx="3599640" cy="39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8087040" y="2052000"/>
            <a:ext cx="3599640" cy="3930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icon to add chart</a:t>
            </a:r>
            <a:endParaRPr lang="en-US" sz="18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90" name="PlaceHolder 6"/>
          <p:cNvSpPr>
            <a:spLocks noGrp="1"/>
          </p:cNvSpPr>
          <p:nvPr>
            <p:ph type="body"/>
          </p:nvPr>
        </p:nvSpPr>
        <p:spPr>
          <a:xfrm>
            <a:off x="8087040" y="1659240"/>
            <a:ext cx="3599640" cy="39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91" name="PlaceHolder 7"/>
          <p:cNvSpPr>
            <a:spLocks noGrp="1"/>
          </p:cNvSpPr>
          <p:nvPr>
            <p:ph type="body"/>
          </p:nvPr>
        </p:nvSpPr>
        <p:spPr>
          <a:xfrm>
            <a:off x="468000" y="5982840"/>
            <a:ext cx="11251800" cy="31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9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92" name="PlaceHolder 8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rPr>
              <a:t>Click to add subtitle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93" name="PlaceHolder 9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 columns of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95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6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CC6E51BB-565F-4DF5-848C-5E10D2735131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8" name="Object 1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99" name="Object 1" hidden="1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00" name="PlaceHolder 1"/>
          <p:cNvSpPr>
            <a:spLocks noGrp="1"/>
          </p:cNvSpPr>
          <p:nvPr>
            <p:ph type="body"/>
          </p:nvPr>
        </p:nvSpPr>
        <p:spPr>
          <a:xfrm>
            <a:off x="468000" y="1665360"/>
            <a:ext cx="5327640" cy="462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670536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2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670536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1028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393960" y="1656000"/>
            <a:ext cx="5327640" cy="463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670536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2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670536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1028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rPr>
              <a:t>Click to add subtitle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 columns - lar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25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26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302863F2-F82E-4118-9673-56293A7F41ED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1"/>
          <p:cNvSpPr>
            <a:spLocks noGrp="1"/>
          </p:cNvSpPr>
          <p:nvPr>
            <p:ph type="body"/>
          </p:nvPr>
        </p:nvSpPr>
        <p:spPr>
          <a:xfrm>
            <a:off x="469800" y="1665360"/>
            <a:ext cx="5327640" cy="4633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6705360" algn="r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2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6705360" algn="r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1028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393960" y="1665360"/>
            <a:ext cx="5327640" cy="4633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6705360" algn="r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2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6705360" algn="r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1028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rPr>
              <a:t>Click to add subtitle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xt and ch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33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34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BFDC8267-60A8-43D5-B254-2AAE3480BD50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body"/>
          </p:nvPr>
        </p:nvSpPr>
        <p:spPr>
          <a:xfrm>
            <a:off x="469800" y="1665360"/>
            <a:ext cx="5479920" cy="431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670536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2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670536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1028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239520" y="2125080"/>
            <a:ext cx="5482080" cy="385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icon to add chart</a:t>
            </a:r>
            <a:endParaRPr lang="en-US" sz="18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239520" y="1655640"/>
            <a:ext cx="548208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468000" y="5982840"/>
            <a:ext cx="11251800" cy="31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9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40" name="PlaceHolder 5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rPr>
              <a:t>Click to add subtitle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41" name="PlaceHolder 6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 ch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43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44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A2281AB2-F575-49CF-9AAF-7662E390314D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body"/>
          </p:nvPr>
        </p:nvSpPr>
        <p:spPr>
          <a:xfrm>
            <a:off x="6239520" y="2125080"/>
            <a:ext cx="5482080" cy="385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icon to add chart</a:t>
            </a:r>
            <a:endParaRPr lang="en-US" sz="18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239520" y="1654200"/>
            <a:ext cx="548208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469800" y="2125080"/>
            <a:ext cx="5482080" cy="385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icon to add chart</a:t>
            </a:r>
            <a:endParaRPr lang="en-US" sz="18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body"/>
          </p:nvPr>
        </p:nvSpPr>
        <p:spPr>
          <a:xfrm>
            <a:off x="469800" y="1665360"/>
            <a:ext cx="5482080" cy="4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body"/>
          </p:nvPr>
        </p:nvSpPr>
        <p:spPr>
          <a:xfrm>
            <a:off x="468000" y="5982840"/>
            <a:ext cx="11251800" cy="31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9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51" name="PlaceHolder 6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rPr>
              <a:t>Click to add subtitle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52" name="PlaceHolder 7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 column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54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55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26FF7A52-C783-4C15-89DF-1C49CF7BA2A6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1"/>
          <p:cNvSpPr>
            <a:spLocks noGrp="1"/>
          </p:cNvSpPr>
          <p:nvPr>
            <p:ph type="body"/>
          </p:nvPr>
        </p:nvSpPr>
        <p:spPr>
          <a:xfrm>
            <a:off x="469800" y="1665360"/>
            <a:ext cx="4431600" cy="4633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670536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2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670536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1028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5482080" y="1700280"/>
            <a:ext cx="6239520" cy="459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670536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2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670536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1028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rPr>
              <a:t>Click to add subtitle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 content with quote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62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63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6F032D9A-9A08-4769-A04D-4739EBE203B9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body"/>
          </p:nvPr>
        </p:nvSpPr>
        <p:spPr>
          <a:xfrm>
            <a:off x="7455240" y="1626120"/>
            <a:ext cx="4266720" cy="467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chemeClr val="accent3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3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24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469800" y="1665360"/>
            <a:ext cx="6660360" cy="4633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670536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2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670536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1028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6705360" algn="r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rPr>
              <a:t>Click to add subtitle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am profi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70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71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BFD043A4-BE6C-4600-B3A1-4B59DF50279E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1"/>
          <p:cNvSpPr>
            <a:spLocks noGrp="1"/>
          </p:cNvSpPr>
          <p:nvPr>
            <p:ph type="body"/>
          </p:nvPr>
        </p:nvSpPr>
        <p:spPr>
          <a:xfrm>
            <a:off x="488880" y="1700280"/>
            <a:ext cx="2663640" cy="12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icon to add picture</a:t>
            </a:r>
            <a:endParaRPr lang="en-US" sz="18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3341160" y="1700280"/>
            <a:ext cx="2663640" cy="12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icon to add picture</a:t>
            </a:r>
            <a:endParaRPr lang="en-US" sz="18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6193440" y="1700280"/>
            <a:ext cx="2663640" cy="12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icon to add picture</a:t>
            </a:r>
            <a:endParaRPr lang="en-US" sz="18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body"/>
          </p:nvPr>
        </p:nvSpPr>
        <p:spPr>
          <a:xfrm>
            <a:off x="9045720" y="1700280"/>
            <a:ext cx="2663640" cy="12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icon to add picture</a:t>
            </a:r>
            <a:endParaRPr lang="en-US" sz="18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77" name="PlaceHolder 5"/>
          <p:cNvSpPr>
            <a:spLocks noGrp="1"/>
          </p:cNvSpPr>
          <p:nvPr>
            <p:ph type="body"/>
          </p:nvPr>
        </p:nvSpPr>
        <p:spPr>
          <a:xfrm>
            <a:off x="482400" y="3076560"/>
            <a:ext cx="2639520" cy="32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3" indent="-235080" algn="l" defTabSz="12193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4" indent="-235080" algn="l" defTabSz="1064520">
              <a:lnSpc>
                <a:spcPct val="100000"/>
              </a:lnSpc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178" name="PlaceHolder 6"/>
          <p:cNvSpPr>
            <a:spLocks noGrp="1"/>
          </p:cNvSpPr>
          <p:nvPr>
            <p:ph type="body"/>
          </p:nvPr>
        </p:nvSpPr>
        <p:spPr>
          <a:xfrm>
            <a:off x="6207120" y="3079800"/>
            <a:ext cx="2639520" cy="32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3" indent="-235080" algn="l" defTabSz="12193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4" indent="-235080" algn="l" defTabSz="1064520">
              <a:lnSpc>
                <a:spcPct val="100000"/>
              </a:lnSpc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179" name="PlaceHolder 7"/>
          <p:cNvSpPr>
            <a:spLocks noGrp="1"/>
          </p:cNvSpPr>
          <p:nvPr>
            <p:ph type="body"/>
          </p:nvPr>
        </p:nvSpPr>
        <p:spPr>
          <a:xfrm>
            <a:off x="3344760" y="3076560"/>
            <a:ext cx="2639520" cy="32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3" indent="-235080" algn="l" defTabSz="12193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4" indent="-235080" algn="l" defTabSz="1064520">
              <a:lnSpc>
                <a:spcPct val="100000"/>
              </a:lnSpc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180" name="PlaceHolder 8"/>
          <p:cNvSpPr>
            <a:spLocks noGrp="1"/>
          </p:cNvSpPr>
          <p:nvPr>
            <p:ph type="body"/>
          </p:nvPr>
        </p:nvSpPr>
        <p:spPr>
          <a:xfrm>
            <a:off x="9069480" y="3079800"/>
            <a:ext cx="2639520" cy="32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3" indent="-235080" algn="l" defTabSz="12193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4" indent="-235080" algn="l" defTabSz="1064520">
              <a:lnSpc>
                <a:spcPct val="100000"/>
              </a:lnSpc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181" name="PlaceHolder 9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rPr>
              <a:t>Click to add subtitle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82" name="PlaceHolder 10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am profil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84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85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CE3F0AF8-4B04-4EA4-900F-20DC7DAFC225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3"/>
          <p:cNvSpPr/>
          <p:nvPr/>
        </p:nvSpPr>
        <p:spPr>
          <a:xfrm>
            <a:off x="476640" y="1703880"/>
            <a:ext cx="5536440" cy="53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" rIns="90000" bIns="9000" anchor="t">
            <a:noAutofit/>
          </a:bodyPr>
          <a:p>
            <a:endParaRPr lang="en-US" sz="147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188" name="Rectangle 4"/>
          <p:cNvSpPr/>
          <p:nvPr/>
        </p:nvSpPr>
        <p:spPr>
          <a:xfrm>
            <a:off x="6184800" y="1703880"/>
            <a:ext cx="5536440" cy="53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" rIns="90000" bIns="9000" anchor="t">
            <a:noAutofit/>
          </a:bodyPr>
          <a:p>
            <a:endParaRPr lang="en-US" sz="147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189" name="Rectangle 5"/>
          <p:cNvSpPr/>
          <p:nvPr/>
        </p:nvSpPr>
        <p:spPr>
          <a:xfrm>
            <a:off x="469800" y="4065120"/>
            <a:ext cx="5536440" cy="53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" rIns="90000" bIns="9000" anchor="t">
            <a:noAutofit/>
          </a:bodyPr>
          <a:p>
            <a:endParaRPr lang="en-US" sz="147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190" name="Rectangle 6"/>
          <p:cNvSpPr/>
          <p:nvPr/>
        </p:nvSpPr>
        <p:spPr>
          <a:xfrm>
            <a:off x="6184800" y="4065120"/>
            <a:ext cx="5536440" cy="53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" rIns="90000" bIns="9000" anchor="t">
            <a:noAutofit/>
          </a:bodyPr>
          <a:p>
            <a:endParaRPr lang="en-US" sz="147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 type="body"/>
          </p:nvPr>
        </p:nvSpPr>
        <p:spPr>
          <a:xfrm>
            <a:off x="476640" y="1880280"/>
            <a:ext cx="2116440" cy="1590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icon to add picture</a:t>
            </a:r>
            <a:endParaRPr lang="en-US" sz="18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204240" y="1880280"/>
            <a:ext cx="2116440" cy="1590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icon to add picture</a:t>
            </a:r>
            <a:endParaRPr lang="en-US" sz="18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body"/>
          </p:nvPr>
        </p:nvSpPr>
        <p:spPr>
          <a:xfrm>
            <a:off x="481680" y="4256280"/>
            <a:ext cx="2116440" cy="1590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icon to add picture</a:t>
            </a:r>
            <a:endParaRPr lang="en-US" sz="18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body"/>
          </p:nvPr>
        </p:nvSpPr>
        <p:spPr>
          <a:xfrm>
            <a:off x="6204240" y="4256280"/>
            <a:ext cx="2116440" cy="1590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icon to add picture</a:t>
            </a:r>
            <a:endParaRPr lang="en-US" sz="18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body"/>
          </p:nvPr>
        </p:nvSpPr>
        <p:spPr>
          <a:xfrm>
            <a:off x="2840760" y="1880280"/>
            <a:ext cx="3172320" cy="194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</a:lstStyle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96" name="PlaceHolder 6"/>
          <p:cNvSpPr>
            <a:spLocks noGrp="1"/>
          </p:cNvSpPr>
          <p:nvPr>
            <p:ph type="body"/>
          </p:nvPr>
        </p:nvSpPr>
        <p:spPr>
          <a:xfrm>
            <a:off x="8550720" y="1880280"/>
            <a:ext cx="3170520" cy="194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</a:lstStyle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97" name="PlaceHolder 7"/>
          <p:cNvSpPr>
            <a:spLocks noGrp="1"/>
          </p:cNvSpPr>
          <p:nvPr>
            <p:ph type="body"/>
          </p:nvPr>
        </p:nvSpPr>
        <p:spPr>
          <a:xfrm>
            <a:off x="2802600" y="4256280"/>
            <a:ext cx="3172320" cy="194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</a:lstStyle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98" name="PlaceHolder 8"/>
          <p:cNvSpPr>
            <a:spLocks noGrp="1"/>
          </p:cNvSpPr>
          <p:nvPr>
            <p:ph type="body"/>
          </p:nvPr>
        </p:nvSpPr>
        <p:spPr>
          <a:xfrm>
            <a:off x="8548920" y="4256280"/>
            <a:ext cx="3172320" cy="194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</a:lstStyle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199" name="PlaceHolder 9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rPr>
              <a:t>Click to add subtitle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200" name="PlaceHolder 10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pictur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1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202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03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2EFE9432-6871-49AC-A787-7674004FDBF6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1"/>
          <p:cNvSpPr>
            <a:spLocks noGrp="1"/>
          </p:cNvSpPr>
          <p:nvPr>
            <p:ph type="body"/>
          </p:nvPr>
        </p:nvSpPr>
        <p:spPr>
          <a:xfrm>
            <a:off x="469800" y="1700280"/>
            <a:ext cx="3627000" cy="2052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icon to add picture</a:t>
            </a:r>
            <a:endParaRPr lang="en-US" sz="18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8082720" y="1700280"/>
            <a:ext cx="3638880" cy="2058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icon to add picture</a:t>
            </a:r>
            <a:endParaRPr lang="en-US" sz="18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284360" y="1700280"/>
            <a:ext cx="3636720" cy="205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icon to add picture</a:t>
            </a:r>
            <a:endParaRPr lang="en-US" sz="18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 hasCustomPrompt="1"/>
          </p:nvPr>
        </p:nvSpPr>
        <p:spPr>
          <a:xfrm>
            <a:off x="469800" y="3832200"/>
            <a:ext cx="3627000" cy="21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2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1028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209" name="PlaceHolder 5"/>
          <p:cNvSpPr>
            <a:spLocks noGrp="1"/>
          </p:cNvSpPr>
          <p:nvPr>
            <p:ph type="body" hasCustomPrompt="1"/>
          </p:nvPr>
        </p:nvSpPr>
        <p:spPr>
          <a:xfrm>
            <a:off x="4278240" y="3832200"/>
            <a:ext cx="3636720" cy="218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2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1028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210" name="PlaceHolder 6"/>
          <p:cNvSpPr>
            <a:spLocks noGrp="1"/>
          </p:cNvSpPr>
          <p:nvPr>
            <p:ph type="body" hasCustomPrompt="1"/>
          </p:nvPr>
        </p:nvSpPr>
        <p:spPr>
          <a:xfrm>
            <a:off x="8082720" y="3832200"/>
            <a:ext cx="3638880" cy="218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2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1028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211" name="PlaceHolder 7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rPr>
              <a:t>Click to add subtitle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212" name="PlaceHolder 8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&amp; sub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3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214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15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426DD512-74E1-4258-B828-62D81BF9DD88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7" name="Object 1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218" name="Object 1" hidden="1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19" name="PlaceHolder 1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rPr>
              <a:t>Click to add subtitle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alifications 2 x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222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23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8B7D5584-3FD8-43B6-B4EC-3E4E9B36EB0C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rPr>
              <a:t>Click to add subtitle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469800" y="1857960"/>
            <a:ext cx="5543640" cy="169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23508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 type="body"/>
          </p:nvPr>
        </p:nvSpPr>
        <p:spPr>
          <a:xfrm>
            <a:off x="6177600" y="1857960"/>
            <a:ext cx="5543640" cy="169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23508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229" name="Rectangle 16"/>
          <p:cNvSpPr/>
          <p:nvPr/>
        </p:nvSpPr>
        <p:spPr>
          <a:xfrm>
            <a:off x="469800" y="1705320"/>
            <a:ext cx="5543640" cy="52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920" rIns="90000" bIns="7920" anchor="t">
            <a:noAutofit/>
          </a:bodyPr>
          <a:p>
            <a:endParaRPr lang="en-US" sz="147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230" name="Rectangle 17"/>
          <p:cNvSpPr/>
          <p:nvPr/>
        </p:nvSpPr>
        <p:spPr>
          <a:xfrm>
            <a:off x="6167880" y="1705320"/>
            <a:ext cx="5543640" cy="52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920" rIns="90000" bIns="7920" anchor="t">
            <a:noAutofit/>
          </a:bodyPr>
          <a:p>
            <a:endParaRPr lang="en-US" sz="147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231" name="PlaceHolder 5"/>
          <p:cNvSpPr>
            <a:spLocks noGrp="1"/>
          </p:cNvSpPr>
          <p:nvPr>
            <p:ph type="body" hasCustomPrompt="1"/>
          </p:nvPr>
        </p:nvSpPr>
        <p:spPr>
          <a:xfrm>
            <a:off x="10467720" y="1857960"/>
            <a:ext cx="1243800" cy="549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Co-brand</a:t>
            </a:r>
            <a:br>
              <a:rPr sz="1600"/>
            </a:b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Logo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232" name="PlaceHolder 6"/>
          <p:cNvSpPr>
            <a:spLocks noGrp="1"/>
          </p:cNvSpPr>
          <p:nvPr>
            <p:ph type="body" hasCustomPrompt="1"/>
          </p:nvPr>
        </p:nvSpPr>
        <p:spPr>
          <a:xfrm>
            <a:off x="4734720" y="1864080"/>
            <a:ext cx="1244520" cy="549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Co-brand</a:t>
            </a:r>
            <a:br>
              <a:rPr sz="1600"/>
            </a:b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Logo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alifications 2 x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251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52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8887B4D1-586C-4A2A-BB1E-C59D8FEB415E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1"/>
          <p:cNvSpPr>
            <a:spLocks noGrp="1"/>
          </p:cNvSpPr>
          <p:nvPr>
            <p:ph type="body"/>
          </p:nvPr>
        </p:nvSpPr>
        <p:spPr>
          <a:xfrm>
            <a:off x="469800" y="1857960"/>
            <a:ext cx="5543640" cy="169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177600" y="1857960"/>
            <a:ext cx="5543640" cy="169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256" name="Rectangle 3"/>
          <p:cNvSpPr/>
          <p:nvPr/>
        </p:nvSpPr>
        <p:spPr>
          <a:xfrm>
            <a:off x="469800" y="1705320"/>
            <a:ext cx="5543640" cy="52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920" rIns="90000" bIns="7920" anchor="t">
            <a:noAutofit/>
          </a:bodyPr>
          <a:p>
            <a:endParaRPr lang="en-US" sz="147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257" name="Rectangle 4"/>
          <p:cNvSpPr/>
          <p:nvPr/>
        </p:nvSpPr>
        <p:spPr>
          <a:xfrm>
            <a:off x="6167880" y="1705320"/>
            <a:ext cx="5543640" cy="52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920" rIns="90000" bIns="7920" anchor="t">
            <a:noAutofit/>
          </a:bodyPr>
          <a:p>
            <a:endParaRPr lang="en-US" sz="147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body" hasCustomPrompt="1"/>
          </p:nvPr>
        </p:nvSpPr>
        <p:spPr>
          <a:xfrm>
            <a:off x="10467720" y="1857960"/>
            <a:ext cx="1243800" cy="549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Co-brand</a:t>
            </a:r>
            <a:br>
              <a:rPr sz="1600"/>
            </a:b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Logo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259" name="PlaceHolder 4"/>
          <p:cNvSpPr>
            <a:spLocks noGrp="1"/>
          </p:cNvSpPr>
          <p:nvPr>
            <p:ph type="body"/>
          </p:nvPr>
        </p:nvSpPr>
        <p:spPr>
          <a:xfrm>
            <a:off x="469800" y="4249800"/>
            <a:ext cx="5543640" cy="169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260" name="PlaceHolder 5"/>
          <p:cNvSpPr>
            <a:spLocks noGrp="1"/>
          </p:cNvSpPr>
          <p:nvPr>
            <p:ph type="body"/>
          </p:nvPr>
        </p:nvSpPr>
        <p:spPr>
          <a:xfrm>
            <a:off x="6177600" y="4249800"/>
            <a:ext cx="5543640" cy="169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261" name="Rectangle 11"/>
          <p:cNvSpPr/>
          <p:nvPr/>
        </p:nvSpPr>
        <p:spPr>
          <a:xfrm>
            <a:off x="469800" y="4103640"/>
            <a:ext cx="5543640" cy="53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" rIns="90000" bIns="9000" anchor="t">
            <a:noAutofit/>
          </a:bodyPr>
          <a:p>
            <a:endParaRPr lang="en-US" sz="147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262" name="Rectangle 12"/>
          <p:cNvSpPr/>
          <p:nvPr/>
        </p:nvSpPr>
        <p:spPr>
          <a:xfrm>
            <a:off x="6167880" y="4103640"/>
            <a:ext cx="5543640" cy="53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" rIns="90000" bIns="9000" anchor="t">
            <a:noAutofit/>
          </a:bodyPr>
          <a:p>
            <a:endParaRPr lang="en-US" sz="147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263" name="PlaceHolder 6"/>
          <p:cNvSpPr>
            <a:spLocks noGrp="1"/>
          </p:cNvSpPr>
          <p:nvPr>
            <p:ph type="body" hasCustomPrompt="1"/>
          </p:nvPr>
        </p:nvSpPr>
        <p:spPr>
          <a:xfrm>
            <a:off x="4700520" y="4249800"/>
            <a:ext cx="1274400" cy="549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Co-brand</a:t>
            </a:r>
            <a:br>
              <a:rPr sz="1600"/>
            </a:b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Logo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264" name="PlaceHolder 7"/>
          <p:cNvSpPr>
            <a:spLocks noGrp="1"/>
          </p:cNvSpPr>
          <p:nvPr>
            <p:ph type="body" hasCustomPrompt="1"/>
          </p:nvPr>
        </p:nvSpPr>
        <p:spPr>
          <a:xfrm>
            <a:off x="10459080" y="4248360"/>
            <a:ext cx="1243800" cy="549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Co-brand</a:t>
            </a:r>
            <a:br>
              <a:rPr sz="1600"/>
            </a:b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Logo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265" name="PlaceHolder 8"/>
          <p:cNvSpPr>
            <a:spLocks noGrp="1"/>
          </p:cNvSpPr>
          <p:nvPr>
            <p:ph type="body" hasCustomPrompt="1"/>
          </p:nvPr>
        </p:nvSpPr>
        <p:spPr>
          <a:xfrm>
            <a:off x="4734720" y="1864080"/>
            <a:ext cx="1244520" cy="549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Co-brand</a:t>
            </a:r>
            <a:br>
              <a:rPr sz="1600"/>
            </a:b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Logo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266" name="PlaceHolder 9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rPr>
              <a:t>Click to add subtitle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267" name="PlaceHolder 10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column green 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8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269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70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F5C00259-7B11-48AB-93A3-725FBAD7EA69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ectangle 3"/>
          <p:cNvSpPr/>
          <p:nvPr/>
        </p:nvSpPr>
        <p:spPr>
          <a:xfrm>
            <a:off x="4278240" y="1706040"/>
            <a:ext cx="3636720" cy="53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" rIns="90000" bIns="9000" anchor="t">
            <a:noAutofit/>
          </a:bodyPr>
          <a:p>
            <a:endParaRPr lang="en-US" sz="147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273" name="Rectangle 4"/>
          <p:cNvSpPr/>
          <p:nvPr/>
        </p:nvSpPr>
        <p:spPr>
          <a:xfrm>
            <a:off x="469800" y="1706040"/>
            <a:ext cx="3627000" cy="53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" rIns="90000" bIns="9000" anchor="t">
            <a:noAutofit/>
          </a:bodyPr>
          <a:p>
            <a:endParaRPr lang="en-US" sz="147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274" name="Rectangle 5"/>
          <p:cNvSpPr/>
          <p:nvPr/>
        </p:nvSpPr>
        <p:spPr>
          <a:xfrm>
            <a:off x="8104320" y="1706040"/>
            <a:ext cx="3628800" cy="53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" rIns="90000" bIns="9000" anchor="t">
            <a:noAutofit/>
          </a:bodyPr>
          <a:p>
            <a:endParaRPr lang="en-US" sz="147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275" name="PlaceHolder 1"/>
          <p:cNvSpPr>
            <a:spLocks noGrp="1"/>
          </p:cNvSpPr>
          <p:nvPr>
            <p:ph type="body"/>
          </p:nvPr>
        </p:nvSpPr>
        <p:spPr>
          <a:xfrm>
            <a:off x="4278240" y="1851480"/>
            <a:ext cx="3636720" cy="384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469800" y="1851480"/>
            <a:ext cx="3627000" cy="384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body"/>
          </p:nvPr>
        </p:nvSpPr>
        <p:spPr>
          <a:xfrm>
            <a:off x="8093160" y="1851480"/>
            <a:ext cx="3628800" cy="384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rPr>
              <a:t>Click to add subtitle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279" name="PlaceHolder 5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 column ic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0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281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82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049FDDD8-4F91-4B38-9D92-5F9253648325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1"/>
          <p:cNvSpPr>
            <a:spLocks noGrp="1"/>
          </p:cNvSpPr>
          <p:nvPr>
            <p:ph type="body"/>
          </p:nvPr>
        </p:nvSpPr>
        <p:spPr>
          <a:xfrm>
            <a:off x="469800" y="2556000"/>
            <a:ext cx="2591640" cy="339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9129960" y="2556000"/>
            <a:ext cx="2591640" cy="339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body"/>
          </p:nvPr>
        </p:nvSpPr>
        <p:spPr>
          <a:xfrm>
            <a:off x="3356640" y="2556000"/>
            <a:ext cx="2591640" cy="339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 type="body"/>
          </p:nvPr>
        </p:nvSpPr>
        <p:spPr>
          <a:xfrm>
            <a:off x="6243480" y="2556000"/>
            <a:ext cx="2591640" cy="339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288" name="PlaceHolder 5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rPr>
              <a:t>Click to add subtitle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289" name="PlaceHolder 6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 column icon green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0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291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92" name="TextBox 10" hidden="1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11" hidden="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A47CBDF3-1622-46F3-AF82-BE65464BDBE2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1"/>
          <p:cNvSpPr>
            <a:spLocks noGrp="1"/>
          </p:cNvSpPr>
          <p:nvPr>
            <p:ph type="body"/>
          </p:nvPr>
        </p:nvSpPr>
        <p:spPr>
          <a:xfrm>
            <a:off x="469800" y="2556000"/>
            <a:ext cx="2591640" cy="339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2pPr>
            <a:lvl3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FFFFFF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  <a:p>
            <a:pPr marL="23508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  <a:p>
            <a:pPr marL="47520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FFFFFF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9129960" y="2556000"/>
            <a:ext cx="2591640" cy="339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2pPr>
            <a:lvl3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FFFFFF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  <a:p>
            <a:pPr marL="23508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  <a:p>
            <a:pPr marL="47520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FFFFFF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body"/>
          </p:nvPr>
        </p:nvSpPr>
        <p:spPr>
          <a:xfrm>
            <a:off x="3356640" y="2556000"/>
            <a:ext cx="2591640" cy="339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2pPr>
            <a:lvl3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FFFFFF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  <a:p>
            <a:pPr marL="23508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  <a:p>
            <a:pPr marL="47520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FFFFFF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body"/>
          </p:nvPr>
        </p:nvSpPr>
        <p:spPr>
          <a:xfrm>
            <a:off x="6243480" y="2556000"/>
            <a:ext cx="2591640" cy="339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2pPr>
            <a:lvl3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FFFFFF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  <a:p>
            <a:pPr marL="23508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  <a:p>
            <a:pPr marL="47520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FFFFFF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298" name="TextBox 12"/>
          <p:cNvSpPr/>
          <p:nvPr/>
        </p:nvSpPr>
        <p:spPr>
          <a:xfrm>
            <a:off x="6335280" y="6477120"/>
            <a:ext cx="4896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Presentation title</a:t>
            </a:r>
            <a:br>
              <a:rPr sz="650"/>
            </a:br>
            <a:r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[To edit, click View &gt; Slide Master &gt; Slide Master]</a:t>
            </a:r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13"/>
          <p:cNvSpPr/>
          <p:nvPr/>
        </p:nvSpPr>
        <p:spPr>
          <a:xfrm>
            <a:off x="501480" y="6477120"/>
            <a:ext cx="5354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Member firms and DTTL: Insert appropriate copyright</a:t>
            </a:r>
            <a:br>
              <a:rPr sz="650"/>
            </a:br>
            <a:r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[To edit, click View &gt; Slide Master &gt; Slide Master]</a:t>
            </a:r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14"/>
          <p:cNvSpPr/>
          <p:nvPr/>
        </p:nvSpPr>
        <p:spPr>
          <a:xfrm>
            <a:off x="1138248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86FB55C3-E5E9-4C43-AFAD-6AE6067F1875}" type="slidenum"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5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Click to add subtitle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302" name="PlaceHolder 6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subtitle, 1 column text with char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3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304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05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C7665DE8-5863-4462-8AF4-3B46854CA757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1"/>
          <p:cNvSpPr>
            <a:spLocks noGrp="1"/>
          </p:cNvSpPr>
          <p:nvPr>
            <p:ph type="body"/>
          </p:nvPr>
        </p:nvSpPr>
        <p:spPr>
          <a:xfrm>
            <a:off x="467640" y="1665720"/>
            <a:ext cx="5537520" cy="463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12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  <a:p>
            <a:pPr marL="235080" lvl="2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75200" lvl="3" indent="-235080" algn="l" defTabSz="12193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10280" lvl="4" indent="-235080" algn="l" defTabSz="1064520">
              <a:lnSpc>
                <a:spcPct val="100000"/>
              </a:lnSpc>
              <a:spcAft>
                <a:spcPts val="1332"/>
              </a:spcAft>
              <a:buClr>
                <a:srgbClr val="000000"/>
              </a:buClr>
              <a:buFont typeface="Verdana"/>
              <a:buChar char="−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body" hasCustomPrompt="1"/>
          </p:nvPr>
        </p:nvSpPr>
        <p:spPr>
          <a:xfrm>
            <a:off x="469800" y="736560"/>
            <a:ext cx="11251800" cy="75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575757"/>
                </a:solidFill>
                <a:effectLst/>
                <a:uFillTx/>
                <a:latin typeface="Verdana"/>
              </a:rPr>
              <a:t>Click to add subtitle</a:t>
            </a:r>
            <a:endParaRPr lang="en-US" sz="1600" b="0" u="none" strike="noStrike">
              <a:solidFill>
                <a:srgbClr val="575757"/>
              </a:solidFill>
              <a:effectLst/>
              <a:uFillTx/>
              <a:latin typeface="Verdana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311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12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88661345-04C2-4921-B0C9-FB6C9567522C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469800" y="402480"/>
            <a:ext cx="11251800" cy="698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5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316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17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ABE669FB-9895-4BA8-BE63-4702E8A157CF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9" name="Object 1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320" name="Object 1" hidden="1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- Circle 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1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322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23" name="TextBox 10" hidden="1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11" hidden="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1BE031EB-CE81-4DA7-8614-E445D8AFEF16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4212000" y="1530000"/>
            <a:ext cx="3779640" cy="3779640"/>
          </a:xfrm>
          <a:prstGeom prst="rect">
            <a:avLst/>
          </a:prstGeom>
          <a:noFill/>
          <a:ln w="25560">
            <a:solidFill>
              <a:schemeClr val="accent1"/>
            </a:solidFill>
            <a:round/>
          </a:ln>
        </p:spPr>
        <p:txBody>
          <a:bodyPr lIns="108000" tIns="108000" rIns="108000" bIns="108000" anchor="ctr">
            <a:normAutofit/>
          </a:bodyPr>
          <a:lstStyle>
            <a:lvl1pPr indent="0" algn="ctr" defTabSz="1219320">
              <a:lnSpc>
                <a:spcPts val="3801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Open Sans"/>
              </a:defRPr>
            </a:lvl1pPr>
          </a:lstStyle>
          <a:p>
            <a:pPr indent="0" algn="ctr" defTabSz="1219320">
              <a:lnSpc>
                <a:spcPts val="3801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Open Sans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475200" y="6362640"/>
            <a:ext cx="5594040" cy="29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pic>
        <p:nvPicPr>
          <p:cNvPr id="327" name="Picture 18"/>
          <p:cNvPicPr/>
          <p:nvPr/>
        </p:nvPicPr>
        <p:blipFill>
          <a:blip r:embed="rId4"/>
          <a:stretch/>
        </p:blipFill>
        <p:spPr>
          <a:xfrm>
            <a:off x="475200" y="451800"/>
            <a:ext cx="2002680" cy="8067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vider - Deloitte blac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8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329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30" name="TextBox 10" hidden="1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11" hidden="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B7A442A7-8952-493D-B139-F2C88D5624EC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469800" y="1705680"/>
            <a:ext cx="10418040" cy="159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1219320">
              <a:lnSpc>
                <a:spcPct val="95000"/>
              </a:lnSpc>
              <a:buNone/>
              <a:defRPr lang="en-US" sz="3850" b="1" u="none" strike="noStrike">
                <a:solidFill>
                  <a:schemeClr val="lt1"/>
                </a:solidFill>
                <a:effectLst/>
                <a:uFillTx/>
                <a:latin typeface="Verdana"/>
                <a:ea typeface="Open Sans"/>
              </a:defRPr>
            </a:lvl1pPr>
          </a:lstStyle>
          <a:p>
            <a:pPr indent="0" algn="l" defTabSz="1219320">
              <a:lnSpc>
                <a:spcPct val="95000"/>
              </a:lnSpc>
              <a:buNone/>
            </a:pPr>
            <a:r>
              <a:rPr lang="en-US" sz="3850" b="1" u="none" strike="noStrike">
                <a:solidFill>
                  <a:schemeClr val="lt1"/>
                </a:solidFill>
                <a:effectLst/>
                <a:uFillTx/>
                <a:latin typeface="Verdana"/>
                <a:ea typeface="Open Sans"/>
              </a:rPr>
              <a:t>Click to edit Master title style</a:t>
            </a:r>
            <a:endParaRPr lang="en-US" sz="3850" b="1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469800" y="3429000"/>
            <a:ext cx="10418040" cy="156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95000"/>
              </a:lnSpc>
              <a:buNone/>
              <a:tabLst>
                <a:tab pos="0" algn="l"/>
              </a:tabLst>
              <a:defRPr lang="en-US" sz="385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95000"/>
              </a:lnSpc>
              <a:buNone/>
              <a:tabLst>
                <a:tab pos="0" algn="l"/>
              </a:tabLst>
            </a:pPr>
            <a:r>
              <a:rPr lang="en-US" sz="38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385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334" name="TextBox 21"/>
          <p:cNvSpPr/>
          <p:nvPr/>
        </p:nvSpPr>
        <p:spPr>
          <a:xfrm>
            <a:off x="1141416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797EE5F8-C4C6-4692-AD8A-1B0C434E98D6}" type="slidenum"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vider - Deloitte 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5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336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37" name="TextBox 10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1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A5A8A3B3-B04E-4C7A-BECE-CE38A19279C6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9" name="Object 3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340" name="Object 3" hidden="1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469800" y="1705680"/>
            <a:ext cx="10418040" cy="159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1219320">
              <a:lnSpc>
                <a:spcPct val="95000"/>
              </a:lnSpc>
              <a:buNone/>
              <a:defRPr lang="en-US" sz="3850" b="1" u="none" strike="noStrike">
                <a:solidFill>
                  <a:schemeClr val="dk1"/>
                </a:solidFill>
                <a:effectLst/>
                <a:uFillTx/>
                <a:latin typeface="Verdana"/>
                <a:ea typeface="Open Sans"/>
              </a:defRPr>
            </a:lvl1pPr>
          </a:lstStyle>
          <a:p>
            <a:pPr indent="0" algn="l" defTabSz="1219320">
              <a:lnSpc>
                <a:spcPct val="95000"/>
              </a:lnSpc>
              <a:buNone/>
            </a:pPr>
            <a:r>
              <a:rPr lang="en-US" sz="3850" b="1" u="none" strike="noStrike">
                <a:solidFill>
                  <a:schemeClr val="dk1"/>
                </a:solidFill>
                <a:effectLst/>
                <a:uFillTx/>
                <a:latin typeface="Verdana"/>
                <a:ea typeface="Open Sans"/>
              </a:rPr>
              <a:t>Click to edit Master title style</a:t>
            </a:r>
            <a:endParaRPr lang="en-US" sz="3850" b="1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469800" y="3429000"/>
            <a:ext cx="10540800" cy="156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95000"/>
              </a:lnSpc>
              <a:buNone/>
              <a:tabLst>
                <a:tab pos="0" algn="l"/>
              </a:tabLst>
              <a:defRPr lang="en-US" sz="385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95000"/>
              </a:lnSpc>
              <a:buNone/>
              <a:tabLst>
                <a:tab pos="0" algn="l"/>
              </a:tabLst>
            </a:pPr>
            <a:r>
              <a:rPr lang="en-US" sz="38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385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ey statement dark green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3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344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45" name="TextBox 10" hidden="1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11" hidden="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D8973CDC-FCB4-45C5-9D4A-1DD52DCA6B69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1"/>
          <p:cNvSpPr>
            <a:spLocks noGrp="1"/>
          </p:cNvSpPr>
          <p:nvPr>
            <p:ph type="body"/>
          </p:nvPr>
        </p:nvSpPr>
        <p:spPr>
          <a:xfrm>
            <a:off x="480600" y="1590840"/>
            <a:ext cx="9029160" cy="470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Bef>
                <a:spcPts val="4799"/>
              </a:spcBef>
              <a:spcAft>
                <a:spcPts val="1332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Bef>
                <a:spcPts val="4799"/>
              </a:spcBef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348" name="TextBox 8"/>
          <p:cNvSpPr/>
          <p:nvPr/>
        </p:nvSpPr>
        <p:spPr>
          <a:xfrm>
            <a:off x="5825160" y="6477120"/>
            <a:ext cx="4896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Presentation title</a:t>
            </a:r>
            <a:br>
              <a:rPr sz="650"/>
            </a:br>
            <a:r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[To edit, click View &gt; Slide Master &gt; Slide Master]</a:t>
            </a:r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12"/>
          <p:cNvSpPr/>
          <p:nvPr/>
        </p:nvSpPr>
        <p:spPr>
          <a:xfrm>
            <a:off x="469800" y="6477120"/>
            <a:ext cx="5354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Member firms and DTTL: Insert appropriate copyright</a:t>
            </a:r>
            <a:br>
              <a:rPr sz="650"/>
            </a:br>
            <a:r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[To edit, click View &gt; Slide Master &gt; Slide Master]</a:t>
            </a:r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13"/>
          <p:cNvSpPr/>
          <p:nvPr/>
        </p:nvSpPr>
        <p:spPr>
          <a:xfrm>
            <a:off x="1141416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4A32F001-8821-4CB6-ACF2-AA62BD9D3D40}" type="slidenum"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ey statement dark blue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1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352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53" name="TextBox 10" hidden="1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11" hidden="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A6CC832A-4738-4962-A09C-B66CD2006E5E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1"/>
          <p:cNvSpPr>
            <a:spLocks noGrp="1"/>
          </p:cNvSpPr>
          <p:nvPr>
            <p:ph type="body"/>
          </p:nvPr>
        </p:nvSpPr>
        <p:spPr>
          <a:xfrm>
            <a:off x="480600" y="1590840"/>
            <a:ext cx="9029160" cy="470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Bef>
                <a:spcPts val="4799"/>
              </a:spcBef>
              <a:spcAft>
                <a:spcPts val="1332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Bef>
                <a:spcPts val="4799"/>
              </a:spcBef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356" name="TextBox 13"/>
          <p:cNvSpPr/>
          <p:nvPr/>
        </p:nvSpPr>
        <p:spPr>
          <a:xfrm>
            <a:off x="5825160" y="6477120"/>
            <a:ext cx="4896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Presentation title</a:t>
            </a:r>
            <a:br>
              <a:rPr sz="650"/>
            </a:br>
            <a:r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[To edit, click View &gt; Slide Master &gt; Slide Master]</a:t>
            </a:r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14"/>
          <p:cNvSpPr/>
          <p:nvPr/>
        </p:nvSpPr>
        <p:spPr>
          <a:xfrm>
            <a:off x="469800" y="6477120"/>
            <a:ext cx="5354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Member firms and DTTL: Insert appropriate copyright</a:t>
            </a:r>
            <a:br>
              <a:rPr sz="650"/>
            </a:br>
            <a:r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[To edit, click View &gt; Slide Master &gt; Slide Master]</a:t>
            </a:r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15"/>
          <p:cNvSpPr/>
          <p:nvPr/>
        </p:nvSpPr>
        <p:spPr>
          <a:xfrm>
            <a:off x="1141416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1804C16F-663C-4988-A862-4F2B0B75D9CB}" type="slidenum"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ey statement teal"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9" name="Object 3"/>
          <p:cNvGraphicFramePr/>
          <p:nvPr/>
        </p:nvGraphicFramePr>
        <p:xfrm>
          <a:off x="2160" y="1440"/>
          <a:ext cx="1800" cy="108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360" name="Object 3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160" y="1440"/>
                    <a:ext cx="180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61" name="TextBox 10" hidden="1"/>
          <p:cNvSpPr/>
          <p:nvPr/>
        </p:nvSpPr>
        <p:spPr>
          <a:xfrm>
            <a:off x="469800" y="6477120"/>
            <a:ext cx="5354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1219320">
              <a:lnSpc>
                <a:spcPct val="100000"/>
              </a:lnSpc>
              <a:tabLst>
                <a:tab pos="0" algn="l"/>
              </a:tabLst>
            </a:pPr>
            <a:r>
              <a:rPr lang="fr-FR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© 2025 Deloitte Touche Tohmatsu India LLP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All rights reserved.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11" hidden="1"/>
          <p:cNvSpPr/>
          <p:nvPr/>
        </p:nvSpPr>
        <p:spPr>
          <a:xfrm>
            <a:off x="1141092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015F2C2B-D19F-46F2-A171-4EA284893036}" type="slidenum">
              <a:rPr lang="en-US" sz="6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1"/>
          <p:cNvSpPr>
            <a:spLocks noGrp="1"/>
          </p:cNvSpPr>
          <p:nvPr>
            <p:ph type="body"/>
          </p:nvPr>
        </p:nvSpPr>
        <p:spPr>
          <a:xfrm>
            <a:off x="480600" y="1590840"/>
            <a:ext cx="9029160" cy="470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320">
              <a:lnSpc>
                <a:spcPct val="100000"/>
              </a:lnSpc>
              <a:spcBef>
                <a:spcPts val="4799"/>
              </a:spcBef>
              <a:spcAft>
                <a:spcPts val="1332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1219320">
              <a:lnSpc>
                <a:spcPct val="100000"/>
              </a:lnSpc>
              <a:spcBef>
                <a:spcPts val="4799"/>
              </a:spcBef>
              <a:spcAft>
                <a:spcPts val="1332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364" name="TextBox 17"/>
          <p:cNvSpPr/>
          <p:nvPr/>
        </p:nvSpPr>
        <p:spPr>
          <a:xfrm>
            <a:off x="5825160" y="6477120"/>
            <a:ext cx="4896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Presentation title</a:t>
            </a:r>
            <a:br>
              <a:rPr sz="650"/>
            </a:br>
            <a:r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[To edit, click View &gt; Slide Master &gt; Slide Master]</a:t>
            </a:r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18"/>
          <p:cNvSpPr/>
          <p:nvPr/>
        </p:nvSpPr>
        <p:spPr>
          <a:xfrm>
            <a:off x="469800" y="6477120"/>
            <a:ext cx="5354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Member firms and DTTL: Insert appropriate copyright</a:t>
            </a:r>
            <a:br>
              <a:rPr sz="650"/>
            </a:br>
            <a:r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[To edit, click View &gt; Slide Master &gt; Slide Master]</a:t>
            </a:r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19"/>
          <p:cNvSpPr/>
          <p:nvPr/>
        </p:nvSpPr>
        <p:spPr>
          <a:xfrm>
            <a:off x="11414160" y="6477120"/>
            <a:ext cx="30744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fld id="{1C721974-3209-482D-AD83-B4CAEA2155A2}" type="slidenum">
              <a:rPr lang="en-US" sz="650" b="0" u="none" strike="noStrike">
                <a:solidFill>
                  <a:schemeClr val="lt1"/>
                </a:solidFill>
                <a:effectLst/>
                <a:uFillTx/>
                <a:latin typeface="Verdana"/>
              </a:rPr>
              <a:t>&lt;number&gt;</a:t>
            </a:fld>
            <a:endParaRPr lang="en-IN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109440" y="171000"/>
            <a:ext cx="2503440" cy="33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121932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Siddhant Kumbhar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368" name="Text Box 4"/>
          <p:cNvSpPr/>
          <p:nvPr/>
        </p:nvSpPr>
        <p:spPr>
          <a:xfrm>
            <a:off x="2239560" y="504720"/>
            <a:ext cx="9872640" cy="56811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12193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Siddhant is a Product Manager and Business Analyst with over 5+ years of experience in Banking and Financial Services, specializing in retail banking, capital markets, digital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transformation, and application modernization. He has worked with leading institutions such as HDFC Bank and 5Paisa Capital, delivering solutions across customer acquisition,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onboarding, servicing, and system integration. His expertise includes end-to-end product lifecycle management, business process transformation, and migration of legacy systems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to modern cloud-based platforms, enabling improved efficiency, scalability, and customer experience.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Aft>
                <a:spcPts val="249"/>
              </a:spcAft>
              <a:tabLst>
                <a:tab pos="0" algn="l"/>
              </a:tabLst>
            </a:pPr>
            <a:r>
              <a:rPr lang="en-US" sz="1000" b="1" u="none" strike="noStrike">
                <a:solidFill>
                  <a:srgbClr val="86BC25"/>
                </a:solidFill>
                <a:effectLst/>
                <a:uFillTx/>
                <a:latin typeface="Verdana"/>
                <a:ea typeface="Verdana"/>
              </a:rPr>
              <a:t>Examples of relevant work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Verdana"/>
                <a:ea typeface="Verdana"/>
              </a:rPr>
              <a:t>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lvl="2" indent="-171360" defTabSz="12193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Verdana"/>
              </a:rPr>
              <a:t>Led digital transformation of customer acquisition and lead lifecycle for Banking and capital markets platform, improving sales funnel visibility and conversion tracking.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lvl="2" indent="-171360" defTabSz="12193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Verdana"/>
              </a:rPr>
              <a:t>Driving application modernization initiative including migration from legacy Zoho CRM to Microsoft Dynamics 365 platform.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lvl="2" indent="-171360" defTabSz="12193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Verdana"/>
              </a:rPr>
              <a:t>Defined end-to-end retail banking processes covering lead management, onboarding workflows, and customer servicing journeys.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lvl="2" indent="-171360" defTabSz="12193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Verdana"/>
              </a:rPr>
              <a:t>Designed and executed large-scale data migration strategy, ensuring accuracy, data integrity, and minimal business disruption. Enabled integration architecture between banking systems,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Verdana"/>
              </a:rPr>
              <a:t>telephony platforms, and external on-boarding/campaign tools.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lvl="2" indent="-171360" defTabSz="12193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Verdana"/>
              </a:rPr>
              <a:t>Worked HDFC Bank, supporting key modules such as Leads, Accounts, Cases, and Activities. Also built workflows for LOS and LMS.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lvl="2" indent="-171360" defTabSz="12193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Verdana"/>
              </a:rPr>
              <a:t>Gathered and documented business requirements (BRD/FRD) aligned with real-world banking operations and compliance standards. Managed UAT cycles and business validation, ensuring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Verdana"/>
              </a:rPr>
              <a:t>solutions meet operational banking scenarios and readiness for production.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lvl="2" indent="-171360" defTabSz="12193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Verdana"/>
              </a:rPr>
              <a:t>Conducted API and system integration testing to support connected banking ecosystems. Supported process optimization and automation initiatives to improve turnaround time and reduce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Verdana"/>
              </a:rPr>
              <a:t>manual intervention.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lvl="2" indent="-171360" defTabSz="12193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Verdana"/>
              </a:rPr>
              <a:t>Delivered stakeholder workshops, training, and adoption programs to ensure smooth transition to modernized platforms  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12193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pos="0" algn="l"/>
              </a:tabLst>
            </a:pPr>
            <a:r>
              <a:rPr lang="en-US" sz="1000" b="1" u="none" strike="noStrike">
                <a:solidFill>
                  <a:srgbClr val="86BC25"/>
                </a:solidFill>
                <a:effectLst/>
                <a:uFillTx/>
                <a:latin typeface="Verdana"/>
                <a:ea typeface="Verdana"/>
              </a:rPr>
              <a:t>Education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5520" lvl="1" indent="-155520" defTabSz="829440">
              <a:lnSpc>
                <a:spcPct val="100000"/>
              </a:lnSpc>
              <a:spcBef>
                <a:spcPts val="45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Verdana"/>
              </a:rPr>
              <a:t>Bachelor of Engineering (Mumbai University)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Rectangle 6"/>
          <p:cNvSpPr/>
          <p:nvPr/>
        </p:nvSpPr>
        <p:spPr>
          <a:xfrm>
            <a:off x="469800" y="2982240"/>
            <a:ext cx="1895760" cy="3101760"/>
          </a:xfrm>
          <a:prstGeom prst="rect">
            <a:avLst/>
          </a:prstGeom>
          <a:noFill/>
          <a:ln w="1905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90000" bIns="45000" anchor="t">
            <a:noAutofit/>
          </a:bodyPr>
          <a:p>
            <a:pPr defTabSz="895320">
              <a:lnSpc>
                <a:spcPct val="100000"/>
              </a:lnSpc>
              <a:spcBef>
                <a:spcPts val="587"/>
              </a:spcBef>
              <a:tabLst>
                <a:tab pos="0" algn="l"/>
              </a:tabLst>
            </a:pPr>
            <a:r>
              <a:rPr lang="en-US" sz="900" b="1" u="none" strike="noStrike">
                <a:solidFill>
                  <a:srgbClr val="86BC25"/>
                </a:solidFill>
                <a:effectLst/>
                <a:uFillTx/>
                <a:latin typeface="Verdana"/>
              </a:rPr>
              <a:t>Areas of Expertise: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5520" lvl="1" indent="-155520" defTabSz="8294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Retail Banking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5520" lvl="1" indent="-155520" defTabSz="829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Digital Transformation &amp; ApplicationModernization 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5520" lvl="1" indent="-155520" defTabSz="8294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Business Process Modeling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5520" lvl="1" indent="-155520" defTabSz="829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Agile Delivery &amp; UAT Execution 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5520" lvl="1" indent="-155520" defTabSz="8294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CRM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82944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900" b="1" u="none" strike="noStrike">
                <a:solidFill>
                  <a:srgbClr val="86BC25"/>
                </a:solidFill>
                <a:effectLst/>
                <a:uFillTx/>
                <a:latin typeface="Verdana"/>
              </a:rPr>
              <a:t>Industry Experience: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5520" lvl="1" indent="-155520" defTabSz="82944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IT Consulting, Business analyst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5520" lvl="1" indent="-155520" defTabSz="82944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Banking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0" name=""/>
          <p:cNvPicPr/>
          <p:nvPr/>
        </p:nvPicPr>
        <p:blipFill>
          <a:blip r:embed="rId1"/>
          <a:stretch/>
        </p:blipFill>
        <p:spPr>
          <a:xfrm>
            <a:off x="350280" y="843480"/>
            <a:ext cx="1456200" cy="187236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Deloitte_US_Onscreen">
  <a:themeElements>
    <a:clrScheme name="Deloitte colors">
      <a:dk1>
        <a:srgbClr val="000000"/>
      </a:dk1>
      <a:lt1>
        <a:srgbClr val="FFFFFF"/>
      </a:lt1>
      <a:dk2>
        <a:srgbClr val="53565A"/>
      </a:dk2>
      <a:lt2>
        <a:srgbClr val="D0D0CE"/>
      </a:lt2>
      <a:accent1>
        <a:srgbClr val="86BC25"/>
      </a:accent1>
      <a:accent2>
        <a:srgbClr val="046A38"/>
      </a:accent2>
      <a:accent3>
        <a:srgbClr val="62B5E5"/>
      </a:accent3>
      <a:accent4>
        <a:srgbClr val="012169"/>
      </a:accent4>
      <a:accent5>
        <a:srgbClr val="0097A9"/>
      </a:accent5>
      <a:accent6>
        <a:srgbClr val="75787B"/>
      </a:accent6>
      <a:hlink>
        <a:srgbClr val="00A3E0"/>
      </a:hlink>
      <a:folHlink>
        <a:srgbClr val="53565A"/>
      </a:folHlink>
    </a:clrScheme>
    <a:fontScheme name="Deloitte Powerpoint font">
      <a:majorFont>
        <a:latin typeface="Verdana" pitchFamily="0" charset="1"/>
        <a:ea typeface=""/>
        <a:cs typeface=""/>
      </a:majorFont>
      <a:minorFont>
        <a:latin typeface="Verdan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loitte_US_Onscreen">
  <a:themeElements>
    <a:clrScheme name="Deloitte colors">
      <a:dk1>
        <a:srgbClr val="000000"/>
      </a:dk1>
      <a:lt1>
        <a:srgbClr val="FFFFFF"/>
      </a:lt1>
      <a:dk2>
        <a:srgbClr val="53565A"/>
      </a:dk2>
      <a:lt2>
        <a:srgbClr val="D0D0CE"/>
      </a:lt2>
      <a:accent1>
        <a:srgbClr val="86BC25"/>
      </a:accent1>
      <a:accent2>
        <a:srgbClr val="046A38"/>
      </a:accent2>
      <a:accent3>
        <a:srgbClr val="62B5E5"/>
      </a:accent3>
      <a:accent4>
        <a:srgbClr val="012169"/>
      </a:accent4>
      <a:accent5>
        <a:srgbClr val="0097A9"/>
      </a:accent5>
      <a:accent6>
        <a:srgbClr val="75787B"/>
      </a:accent6>
      <a:hlink>
        <a:srgbClr val="00A3E0"/>
      </a:hlink>
      <a:folHlink>
        <a:srgbClr val="53565A"/>
      </a:folHlink>
    </a:clrScheme>
    <a:fontScheme name="Deloitte Powerpoint font">
      <a:majorFont>
        <a:latin typeface="Verdana" pitchFamily="0" charset="1"/>
        <a:ea typeface=""/>
        <a:cs typeface=""/>
      </a:majorFont>
      <a:minorFont>
        <a:latin typeface="Verdan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LibreOffice/26.2.2.2$Windows_X86_64 LibreOffice_project/1f77d10d6938fd34972958f64b2bcfa54f8b1ba5</Application>
  <AppVersion>15.0000</AppVersion>
  <Words>339</Words>
  <Paragraphs>31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2026-02-17T15:03:59Z</dcterms:created>
  <dc:creator>Shalini Kumari</dc:creator>
  <dc:description/>
  <dc:language>en-IN</dc:language>
  <cp:lastModifiedBy/>
  <dcterms:modified xsi:type="dcterms:W3CDTF">2026-05-30T12:08:06Z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